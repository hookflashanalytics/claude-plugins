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46"/>
    <a:srgbClr val="00E6FF"/>
    <a:srgbClr val="111111"/>
    <a:srgbClr val="EAE9DA"/>
    <a:srgbClr val="2A2927"/>
    <a:srgbClr val="FF8331"/>
    <a:srgbClr val="C05AFF"/>
    <a:srgbClr val="F4F2E3"/>
    <a:srgbClr val="ABA99F"/>
    <a:srgbClr val="4949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0A501D-8A1A-42C0-8C0B-27A763D78CE0}" v="72" dt="2026-03-24T11:33:51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er Walker" userId="5aaf87ce-d6b2-444e-9f76-32f07927a6d0" providerId="ADAL" clId="{D0BE60D9-85C9-4762-AAF2-563A58E9FF92}"/>
    <pc:docChg chg="undo custSel addSld modSld">
      <pc:chgData name="Oliver Walker" userId="5aaf87ce-d6b2-444e-9f76-32f07927a6d0" providerId="ADAL" clId="{D0BE60D9-85C9-4762-AAF2-563A58E9FF92}" dt="2026-03-12T11:19:52.437" v="56" actId="14100"/>
      <pc:docMkLst>
        <pc:docMk/>
      </pc:docMkLst>
    </pc:docChg>
  </pc:docChgLst>
  <pc:docChgLst>
    <pc:chgData name="Yikai Wang" userId="594aa597-92ba-4d01-9126-3814032fe3f8" providerId="ADAL" clId="{B4681182-CE19-4C92-A524-37E63E286F58}"/>
    <pc:docChg chg="undo custSel addSld delSld modSld sldOrd">
      <pc:chgData name="Yikai Wang" userId="594aa597-92ba-4d01-9126-3814032fe3f8" providerId="ADAL" clId="{B4681182-CE19-4C92-A524-37E63E286F58}" dt="2026-03-12T10:22:35.579" v="8472" actId="20577"/>
      <pc:docMkLst>
        <pc:docMk/>
      </pc:docMkLst>
      <pc:sldChg chg="modSp mod modShow modNotesTx">
        <pc:chgData name="Yikai Wang" userId="594aa597-92ba-4d01-9126-3814032fe3f8" providerId="ADAL" clId="{B4681182-CE19-4C92-A524-37E63E286F58}" dt="2026-03-10T16:46:02.937" v="4876" actId="20577"/>
        <pc:sldMkLst>
          <pc:docMk/>
          <pc:sldMk cId="1585921510" sldId="256"/>
        </pc:sldMkLst>
      </pc:sldChg>
    </pc:docChg>
  </pc:docChgLst>
  <pc:docChgLst>
    <pc:chgData name="Connor Jennings" userId="ea057254-a10f-48b5-927d-f63c83a5b2af" providerId="ADAL" clId="{FDAF03B3-2093-4AB1-9CC4-3F22AF5555D1}"/>
    <pc:docChg chg="undo custSel addSld delSld modSld sldOrd modMainMaster">
      <pc:chgData name="Connor Jennings" userId="ea057254-a10f-48b5-927d-f63c83a5b2af" providerId="ADAL" clId="{FDAF03B3-2093-4AB1-9CC4-3F22AF5555D1}" dt="2026-03-24T11:33:55.319" v="6886" actId="1076"/>
      <pc:docMkLst>
        <pc:docMk/>
      </pc:docMkLst>
      <pc:sldChg chg="addSp delSp modSp mod">
        <pc:chgData name="Connor Jennings" userId="ea057254-a10f-48b5-927d-f63c83a5b2af" providerId="ADAL" clId="{FDAF03B3-2093-4AB1-9CC4-3F22AF5555D1}" dt="2026-03-24T11:25:06.601" v="6696" actId="20577"/>
        <pc:sldMkLst>
          <pc:docMk/>
          <pc:sldMk cId="1585921510" sldId="256"/>
        </pc:sldMkLst>
        <pc:spChg chg="mod">
          <ac:chgData name="Connor Jennings" userId="ea057254-a10f-48b5-927d-f63c83a5b2af" providerId="ADAL" clId="{FDAF03B3-2093-4AB1-9CC4-3F22AF5555D1}" dt="2026-03-24T11:25:06.601" v="6696" actId="20577"/>
          <ac:spMkLst>
            <pc:docMk/>
            <pc:sldMk cId="1585921510" sldId="256"/>
            <ac:spMk id="2" creationId="{4EECBD72-9346-2510-7B0C-AA5F7624E8A0}"/>
          </ac:spMkLst>
        </pc:spChg>
        <pc:spChg chg="del">
          <ac:chgData name="Connor Jennings" userId="ea057254-a10f-48b5-927d-f63c83a5b2af" providerId="ADAL" clId="{FDAF03B3-2093-4AB1-9CC4-3F22AF5555D1}" dt="2026-03-24T11:24:19.656" v="6623" actId="478"/>
          <ac:spMkLst>
            <pc:docMk/>
            <pc:sldMk cId="1585921510" sldId="256"/>
            <ac:spMk id="3" creationId="{6EEEB30F-9255-7F34-A35C-9F2A0D2D5A35}"/>
          </ac:spMkLst>
        </pc:spChg>
        <pc:spChg chg="add del mod">
          <ac:chgData name="Connor Jennings" userId="ea057254-a10f-48b5-927d-f63c83a5b2af" providerId="ADAL" clId="{FDAF03B3-2093-4AB1-9CC4-3F22AF5555D1}" dt="2026-03-24T11:24:21.472" v="6624" actId="478"/>
          <ac:spMkLst>
            <pc:docMk/>
            <pc:sldMk cId="1585921510" sldId="256"/>
            <ac:spMk id="5" creationId="{26595B94-AC60-D892-AB64-37AAF1AE9C55}"/>
          </ac:spMkLst>
        </pc:spChg>
      </pc:sldChg>
      <pc:sldChg chg="addSp modSp new mod">
        <pc:chgData name="Connor Jennings" userId="ea057254-a10f-48b5-927d-f63c83a5b2af" providerId="ADAL" clId="{FDAF03B3-2093-4AB1-9CC4-3F22AF5555D1}" dt="2026-03-24T11:33:28.909" v="6878" actId="1076"/>
        <pc:sldMkLst>
          <pc:docMk/>
          <pc:sldMk cId="4160822443" sldId="257"/>
        </pc:sldMkLst>
        <pc:spChg chg="add mod">
          <ac:chgData name="Connor Jennings" userId="ea057254-a10f-48b5-927d-f63c83a5b2af" providerId="ADAL" clId="{FDAF03B3-2093-4AB1-9CC4-3F22AF5555D1}" dt="2026-03-24T11:33:28.909" v="6878" actId="1076"/>
          <ac:spMkLst>
            <pc:docMk/>
            <pc:sldMk cId="4160822443" sldId="257"/>
            <ac:spMk id="3" creationId="{F8499934-481A-D128-BF85-781DCA34B2D3}"/>
          </ac:spMkLst>
        </pc:spChg>
        <pc:spChg chg="add mod">
          <ac:chgData name="Connor Jennings" userId="ea057254-a10f-48b5-927d-f63c83a5b2af" providerId="ADAL" clId="{FDAF03B3-2093-4AB1-9CC4-3F22AF5555D1}" dt="2026-03-24T11:29:34.891" v="6822" actId="20577"/>
          <ac:spMkLst>
            <pc:docMk/>
            <pc:sldMk cId="4160822443" sldId="257"/>
            <ac:spMk id="4" creationId="{5D37F3EF-15A2-FDE5-2061-F32385DADA3F}"/>
          </ac:spMkLst>
        </pc:spChg>
        <pc:picChg chg="add mod">
          <ac:chgData name="Connor Jennings" userId="ea057254-a10f-48b5-927d-f63c83a5b2af" providerId="ADAL" clId="{FDAF03B3-2093-4AB1-9CC4-3F22AF5555D1}" dt="2026-03-24T11:26:42.874" v="6713" actId="1076"/>
          <ac:picMkLst>
            <pc:docMk/>
            <pc:sldMk cId="4160822443" sldId="257"/>
            <ac:picMk id="1026" creationId="{3FA14F6A-86EC-FC61-F822-3C566F14FEAF}"/>
          </ac:picMkLst>
        </pc:picChg>
      </pc:sldChg>
      <pc:sldChg chg="addSp delSp modSp add mod modAnim">
        <pc:chgData name="Connor Jennings" userId="ea057254-a10f-48b5-927d-f63c83a5b2af" providerId="ADAL" clId="{FDAF03B3-2093-4AB1-9CC4-3F22AF5555D1}" dt="2026-03-24T11:33:36.041" v="6880" actId="2711"/>
        <pc:sldMkLst>
          <pc:docMk/>
          <pc:sldMk cId="1204773947" sldId="258"/>
        </pc:sldMkLst>
        <pc:spChg chg="add mod">
          <ac:chgData name="Connor Jennings" userId="ea057254-a10f-48b5-927d-f63c83a5b2af" providerId="ADAL" clId="{FDAF03B3-2093-4AB1-9CC4-3F22AF5555D1}" dt="2026-03-24T11:33:33.206" v="6879" actId="2711"/>
          <ac:spMkLst>
            <pc:docMk/>
            <pc:sldMk cId="1204773947" sldId="258"/>
            <ac:spMk id="2" creationId="{592404BF-D84D-58DE-2C5D-D62BE29C1EC1}"/>
          </ac:spMkLst>
        </pc:spChg>
        <pc:spChg chg="del">
          <ac:chgData name="Connor Jennings" userId="ea057254-a10f-48b5-927d-f63c83a5b2af" providerId="ADAL" clId="{FDAF03B3-2093-4AB1-9CC4-3F22AF5555D1}" dt="2026-03-24T11:27:20.529" v="6735" actId="478"/>
          <ac:spMkLst>
            <pc:docMk/>
            <pc:sldMk cId="1204773947" sldId="258"/>
            <ac:spMk id="3" creationId="{BFAEF9E2-3BB9-2D32-5B9F-EB495F4AB817}"/>
          </ac:spMkLst>
        </pc:spChg>
        <pc:spChg chg="mod">
          <ac:chgData name="Connor Jennings" userId="ea057254-a10f-48b5-927d-f63c83a5b2af" providerId="ADAL" clId="{FDAF03B3-2093-4AB1-9CC4-3F22AF5555D1}" dt="2026-03-24T11:29:23.700" v="6797" actId="20577"/>
          <ac:spMkLst>
            <pc:docMk/>
            <pc:sldMk cId="1204773947" sldId="258"/>
            <ac:spMk id="4" creationId="{3AA24A32-BD01-97BE-B530-8EE2A448109F}"/>
          </ac:spMkLst>
        </pc:spChg>
        <pc:spChg chg="add mod">
          <ac:chgData name="Connor Jennings" userId="ea057254-a10f-48b5-927d-f63c83a5b2af" providerId="ADAL" clId="{FDAF03B3-2093-4AB1-9CC4-3F22AF5555D1}" dt="2026-03-24T11:33:36.041" v="6880" actId="2711"/>
          <ac:spMkLst>
            <pc:docMk/>
            <pc:sldMk cId="1204773947" sldId="258"/>
            <ac:spMk id="5" creationId="{EE398100-0CB5-5FE8-AC3F-59E350EE3D63}"/>
          </ac:spMkLst>
        </pc:spChg>
        <pc:picChg chg="add mod">
          <ac:chgData name="Connor Jennings" userId="ea057254-a10f-48b5-927d-f63c83a5b2af" providerId="ADAL" clId="{FDAF03B3-2093-4AB1-9CC4-3F22AF5555D1}" dt="2026-03-24T11:28:30.113" v="6749" actId="1076"/>
          <ac:picMkLst>
            <pc:docMk/>
            <pc:sldMk cId="1204773947" sldId="258"/>
            <ac:picMk id="6" creationId="{7F35DF26-D106-E8F5-AA8E-23D739F67FC4}"/>
          </ac:picMkLst>
        </pc:picChg>
        <pc:picChg chg="del">
          <ac:chgData name="Connor Jennings" userId="ea057254-a10f-48b5-927d-f63c83a5b2af" providerId="ADAL" clId="{FDAF03B3-2093-4AB1-9CC4-3F22AF5555D1}" dt="2026-03-24T11:27:21.036" v="6736" actId="478"/>
          <ac:picMkLst>
            <pc:docMk/>
            <pc:sldMk cId="1204773947" sldId="258"/>
            <ac:picMk id="1026" creationId="{626AC3C3-745A-B107-AD4B-73BA0CA5B289}"/>
          </ac:picMkLst>
        </pc:picChg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3338985105" sldId="258"/>
        </pc:sldMkLst>
      </pc:sldChg>
      <pc:sldChg chg="addSp delSp modSp add mod delAnim modAnim">
        <pc:chgData name="Connor Jennings" userId="ea057254-a10f-48b5-927d-f63c83a5b2af" providerId="ADAL" clId="{FDAF03B3-2093-4AB1-9CC4-3F22AF5555D1}" dt="2026-03-24T11:33:40.174" v="6881" actId="2711"/>
        <pc:sldMkLst>
          <pc:docMk/>
          <pc:sldMk cId="4262374373" sldId="259"/>
        </pc:sldMkLst>
        <pc:spChg chg="del">
          <ac:chgData name="Connor Jennings" userId="ea057254-a10f-48b5-927d-f63c83a5b2af" providerId="ADAL" clId="{FDAF03B3-2093-4AB1-9CC4-3F22AF5555D1}" dt="2026-03-24T11:29:01.839" v="6771" actId="478"/>
          <ac:spMkLst>
            <pc:docMk/>
            <pc:sldMk cId="4262374373" sldId="259"/>
            <ac:spMk id="2" creationId="{DAE5E98F-5106-F391-5ACE-E07B325172F6}"/>
          </ac:spMkLst>
        </pc:spChg>
        <pc:spChg chg="mod">
          <ac:chgData name="Connor Jennings" userId="ea057254-a10f-48b5-927d-f63c83a5b2af" providerId="ADAL" clId="{FDAF03B3-2093-4AB1-9CC4-3F22AF5555D1}" dt="2026-03-24T11:29:17.597" v="6787" actId="20577"/>
          <ac:spMkLst>
            <pc:docMk/>
            <pc:sldMk cId="4262374373" sldId="259"/>
            <ac:spMk id="4" creationId="{8214E8CB-0CFB-3BDA-2D98-93FA6F6D8270}"/>
          </ac:spMkLst>
        </pc:spChg>
        <pc:spChg chg="del">
          <ac:chgData name="Connor Jennings" userId="ea057254-a10f-48b5-927d-f63c83a5b2af" providerId="ADAL" clId="{FDAF03B3-2093-4AB1-9CC4-3F22AF5555D1}" dt="2026-03-24T11:29:03.181" v="6772" actId="478"/>
          <ac:spMkLst>
            <pc:docMk/>
            <pc:sldMk cId="4262374373" sldId="259"/>
            <ac:spMk id="5" creationId="{EE76ADBD-3176-2D78-68C8-0396270C8BAF}"/>
          </ac:spMkLst>
        </pc:spChg>
        <pc:spChg chg="add mod">
          <ac:chgData name="Connor Jennings" userId="ea057254-a10f-48b5-927d-f63c83a5b2af" providerId="ADAL" clId="{FDAF03B3-2093-4AB1-9CC4-3F22AF5555D1}" dt="2026-03-24T11:33:40.174" v="6881" actId="2711"/>
          <ac:spMkLst>
            <pc:docMk/>
            <pc:sldMk cId="4262374373" sldId="259"/>
            <ac:spMk id="7" creationId="{1B8D412B-4083-B0EA-BE49-C4EAF2502791}"/>
          </ac:spMkLst>
        </pc:spChg>
        <pc:picChg chg="add del mod">
          <ac:chgData name="Connor Jennings" userId="ea057254-a10f-48b5-927d-f63c83a5b2af" providerId="ADAL" clId="{FDAF03B3-2093-4AB1-9CC4-3F22AF5555D1}" dt="2026-03-24T11:29:42.941" v="6825" actId="478"/>
          <ac:picMkLst>
            <pc:docMk/>
            <pc:sldMk cId="4262374373" sldId="259"/>
            <ac:picMk id="3" creationId="{97DDB324-CD8F-0AE9-185D-BD0FA1628532}"/>
          </ac:picMkLst>
        </pc:picChg>
        <pc:picChg chg="del">
          <ac:chgData name="Connor Jennings" userId="ea057254-a10f-48b5-927d-f63c83a5b2af" providerId="ADAL" clId="{FDAF03B3-2093-4AB1-9CC4-3F22AF5555D1}" dt="2026-03-24T11:29:03.899" v="6773" actId="478"/>
          <ac:picMkLst>
            <pc:docMk/>
            <pc:sldMk cId="4262374373" sldId="259"/>
            <ac:picMk id="6" creationId="{0CC2B585-93FC-1A01-1CC4-C186553AC8BB}"/>
          </ac:picMkLst>
        </pc:picChg>
        <pc:picChg chg="add mod">
          <ac:chgData name="Connor Jennings" userId="ea057254-a10f-48b5-927d-f63c83a5b2af" providerId="ADAL" clId="{FDAF03B3-2093-4AB1-9CC4-3F22AF5555D1}" dt="2026-03-24T11:30:06.504" v="6831" actId="1076"/>
          <ac:picMkLst>
            <pc:docMk/>
            <pc:sldMk cId="4262374373" sldId="259"/>
            <ac:picMk id="2050" creationId="{024678BA-50F5-EA68-0A77-C1DC64F601ED}"/>
          </ac:picMkLst>
        </pc:picChg>
      </pc:sldChg>
      <pc:sldChg chg="addSp delSp modSp add mod delAnim modAnim">
        <pc:chgData name="Connor Jennings" userId="ea057254-a10f-48b5-927d-f63c83a5b2af" providerId="ADAL" clId="{FDAF03B3-2093-4AB1-9CC4-3F22AF5555D1}" dt="2026-03-24T11:33:43.552" v="6882" actId="2711"/>
        <pc:sldMkLst>
          <pc:docMk/>
          <pc:sldMk cId="1505445075" sldId="260"/>
        </pc:sldMkLst>
        <pc:spChg chg="add mod">
          <ac:chgData name="Connor Jennings" userId="ea057254-a10f-48b5-927d-f63c83a5b2af" providerId="ADAL" clId="{FDAF03B3-2093-4AB1-9CC4-3F22AF5555D1}" dt="2026-03-24T11:33:43.552" v="6882" actId="2711"/>
          <ac:spMkLst>
            <pc:docMk/>
            <pc:sldMk cId="1505445075" sldId="260"/>
            <ac:spMk id="2" creationId="{33C0557F-B07D-596C-66F0-A7F7BC9A072D}"/>
          </ac:spMkLst>
        </pc:spChg>
        <pc:spChg chg="del">
          <ac:chgData name="Connor Jennings" userId="ea057254-a10f-48b5-927d-f63c83a5b2af" providerId="ADAL" clId="{FDAF03B3-2093-4AB1-9CC4-3F22AF5555D1}" dt="2026-03-24T11:30:30.538" v="6834" actId="478"/>
          <ac:spMkLst>
            <pc:docMk/>
            <pc:sldMk cId="1505445075" sldId="260"/>
            <ac:spMk id="7" creationId="{53A47A1E-0367-3FC5-F64D-A2105787BC43}"/>
          </ac:spMkLst>
        </pc:spChg>
        <pc:picChg chg="add del mod">
          <ac:chgData name="Connor Jennings" userId="ea057254-a10f-48b5-927d-f63c83a5b2af" providerId="ADAL" clId="{FDAF03B3-2093-4AB1-9CC4-3F22AF5555D1}" dt="2026-03-24T11:30:57.977" v="6839" actId="478"/>
          <ac:picMkLst>
            <pc:docMk/>
            <pc:sldMk cId="1505445075" sldId="260"/>
            <ac:picMk id="3" creationId="{9C3F53E2-AEBD-7A08-F91A-434B7DA5F024}"/>
          </ac:picMkLst>
        </pc:picChg>
        <pc:picChg chg="del">
          <ac:chgData name="Connor Jennings" userId="ea057254-a10f-48b5-927d-f63c83a5b2af" providerId="ADAL" clId="{FDAF03B3-2093-4AB1-9CC4-3F22AF5555D1}" dt="2026-03-24T11:30:31.110" v="6835" actId="478"/>
          <ac:picMkLst>
            <pc:docMk/>
            <pc:sldMk cId="1505445075" sldId="260"/>
            <ac:picMk id="2050" creationId="{B00A9E7B-3611-F65F-6CFA-BEF196E3FDDA}"/>
          </ac:picMkLst>
        </pc:picChg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1700156831" sldId="260"/>
        </pc:sldMkLst>
      </pc:sldChg>
      <pc:sldChg chg="addSp delSp modSp add mod delAnim modAnim">
        <pc:chgData name="Connor Jennings" userId="ea057254-a10f-48b5-927d-f63c83a5b2af" providerId="ADAL" clId="{FDAF03B3-2093-4AB1-9CC4-3F22AF5555D1}" dt="2026-03-24T11:33:47.870" v="6883" actId="2711"/>
        <pc:sldMkLst>
          <pc:docMk/>
          <pc:sldMk cId="3838315304" sldId="261"/>
        </pc:sldMkLst>
        <pc:spChg chg="del">
          <ac:chgData name="Connor Jennings" userId="ea057254-a10f-48b5-927d-f63c83a5b2af" providerId="ADAL" clId="{FDAF03B3-2093-4AB1-9CC4-3F22AF5555D1}" dt="2026-03-24T11:31:25.146" v="6843" actId="478"/>
          <ac:spMkLst>
            <pc:docMk/>
            <pc:sldMk cId="3838315304" sldId="261"/>
            <ac:spMk id="2" creationId="{497FB12C-2C34-A772-325E-7A42A1A49502}"/>
          </ac:spMkLst>
        </pc:spChg>
        <pc:spChg chg="mod">
          <ac:chgData name="Connor Jennings" userId="ea057254-a10f-48b5-927d-f63c83a5b2af" providerId="ADAL" clId="{FDAF03B3-2093-4AB1-9CC4-3F22AF5555D1}" dt="2026-03-24T11:31:31.037" v="6860" actId="20577"/>
          <ac:spMkLst>
            <pc:docMk/>
            <pc:sldMk cId="3838315304" sldId="261"/>
            <ac:spMk id="4" creationId="{FDAA3325-4414-8BE6-E54B-C554714591BD}"/>
          </ac:spMkLst>
        </pc:spChg>
        <pc:spChg chg="add mod">
          <ac:chgData name="Connor Jennings" userId="ea057254-a10f-48b5-927d-f63c83a5b2af" providerId="ADAL" clId="{FDAF03B3-2093-4AB1-9CC4-3F22AF5555D1}" dt="2026-03-24T11:33:47.870" v="6883" actId="2711"/>
          <ac:spMkLst>
            <pc:docMk/>
            <pc:sldMk cId="3838315304" sldId="261"/>
            <ac:spMk id="5" creationId="{A7F69749-F314-4ABC-9D69-3684939BFA86}"/>
          </ac:spMkLst>
        </pc:spChg>
        <pc:picChg chg="del">
          <ac:chgData name="Connor Jennings" userId="ea057254-a10f-48b5-927d-f63c83a5b2af" providerId="ADAL" clId="{FDAF03B3-2093-4AB1-9CC4-3F22AF5555D1}" dt="2026-03-24T11:31:24.153" v="6842" actId="478"/>
          <ac:picMkLst>
            <pc:docMk/>
            <pc:sldMk cId="3838315304" sldId="261"/>
            <ac:picMk id="3" creationId="{DA12329F-ADA7-37FB-97F3-4B23C2B8C95F}"/>
          </ac:picMkLst>
        </pc:picChg>
        <pc:picChg chg="add mod">
          <ac:chgData name="Connor Jennings" userId="ea057254-a10f-48b5-927d-f63c83a5b2af" providerId="ADAL" clId="{FDAF03B3-2093-4AB1-9CC4-3F22AF5555D1}" dt="2026-03-24T11:32:03.793" v="6866" actId="1076"/>
          <ac:picMkLst>
            <pc:docMk/>
            <pc:sldMk cId="3838315304" sldId="261"/>
            <ac:picMk id="7" creationId="{ECAB29D7-2DBB-3159-2AF7-3825DBEFAC46}"/>
          </ac:picMkLst>
        </pc:picChg>
        <pc:picChg chg="add mod">
          <ac:chgData name="Connor Jennings" userId="ea057254-a10f-48b5-927d-f63c83a5b2af" providerId="ADAL" clId="{FDAF03B3-2093-4AB1-9CC4-3F22AF5555D1}" dt="2026-03-24T11:32:21.449" v="6870" actId="1076"/>
          <ac:picMkLst>
            <pc:docMk/>
            <pc:sldMk cId="3838315304" sldId="261"/>
            <ac:picMk id="9" creationId="{676963B5-E6A5-2D68-9A46-86F4B36F3D0A}"/>
          </ac:picMkLst>
        </pc:picChg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4200612534" sldId="261"/>
        </pc:sldMkLst>
      </pc:sldChg>
      <pc:sldChg chg="addSp delSp modSp add mod delAnim modAnim">
        <pc:chgData name="Connor Jennings" userId="ea057254-a10f-48b5-927d-f63c83a5b2af" providerId="ADAL" clId="{FDAF03B3-2093-4AB1-9CC4-3F22AF5555D1}" dt="2026-03-24T11:33:55.319" v="6886" actId="1076"/>
        <pc:sldMkLst>
          <pc:docMk/>
          <pc:sldMk cId="140679721" sldId="262"/>
        </pc:sldMkLst>
        <pc:spChg chg="add mod">
          <ac:chgData name="Connor Jennings" userId="ea057254-a10f-48b5-927d-f63c83a5b2af" providerId="ADAL" clId="{FDAF03B3-2093-4AB1-9CC4-3F22AF5555D1}" dt="2026-03-24T11:33:51.812" v="6884" actId="2711"/>
          <ac:spMkLst>
            <pc:docMk/>
            <pc:sldMk cId="140679721" sldId="262"/>
            <ac:spMk id="3" creationId="{5A0BE848-8CFF-97B6-676C-6FB9E5C40B80}"/>
          </ac:spMkLst>
        </pc:spChg>
        <pc:spChg chg="del">
          <ac:chgData name="Connor Jennings" userId="ea057254-a10f-48b5-927d-f63c83a5b2af" providerId="ADAL" clId="{FDAF03B3-2093-4AB1-9CC4-3F22AF5555D1}" dt="2026-03-24T11:32:39.043" v="6874" actId="478"/>
          <ac:spMkLst>
            <pc:docMk/>
            <pc:sldMk cId="140679721" sldId="262"/>
            <ac:spMk id="5" creationId="{70D714D4-BF11-F9D7-D3DD-433E423D03FE}"/>
          </ac:spMkLst>
        </pc:spChg>
        <pc:picChg chg="add mod">
          <ac:chgData name="Connor Jennings" userId="ea057254-a10f-48b5-927d-f63c83a5b2af" providerId="ADAL" clId="{FDAF03B3-2093-4AB1-9CC4-3F22AF5555D1}" dt="2026-03-24T11:33:54.537" v="6885" actId="1076"/>
          <ac:picMkLst>
            <pc:docMk/>
            <pc:sldMk cId="140679721" sldId="262"/>
            <ac:picMk id="2" creationId="{8E96A62F-A03C-07B8-F058-16AD067AE0C5}"/>
          </ac:picMkLst>
        </pc:picChg>
        <pc:picChg chg="add mod">
          <ac:chgData name="Connor Jennings" userId="ea057254-a10f-48b5-927d-f63c83a5b2af" providerId="ADAL" clId="{FDAF03B3-2093-4AB1-9CC4-3F22AF5555D1}" dt="2026-03-24T11:33:55.319" v="6886" actId="1076"/>
          <ac:picMkLst>
            <pc:docMk/>
            <pc:sldMk cId="140679721" sldId="262"/>
            <ac:picMk id="6" creationId="{FAE44310-1F73-A5FB-059D-5D61EAEF2991}"/>
          </ac:picMkLst>
        </pc:picChg>
        <pc:picChg chg="del">
          <ac:chgData name="Connor Jennings" userId="ea057254-a10f-48b5-927d-f63c83a5b2af" providerId="ADAL" clId="{FDAF03B3-2093-4AB1-9CC4-3F22AF5555D1}" dt="2026-03-24T11:32:37.515" v="6872" actId="478"/>
          <ac:picMkLst>
            <pc:docMk/>
            <pc:sldMk cId="140679721" sldId="262"/>
            <ac:picMk id="7" creationId="{1B8DB081-6517-125D-FC72-8A35DE742228}"/>
          </ac:picMkLst>
        </pc:picChg>
        <pc:picChg chg="del">
          <ac:chgData name="Connor Jennings" userId="ea057254-a10f-48b5-927d-f63c83a5b2af" providerId="ADAL" clId="{FDAF03B3-2093-4AB1-9CC4-3F22AF5555D1}" dt="2026-03-24T11:32:37.896" v="6873" actId="478"/>
          <ac:picMkLst>
            <pc:docMk/>
            <pc:sldMk cId="140679721" sldId="262"/>
            <ac:picMk id="9" creationId="{AB43BD43-EC18-0E47-5E82-6D2E57A23325}"/>
          </ac:picMkLst>
        </pc:picChg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1413652601" sldId="262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1083968168" sldId="263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2540847072" sldId="264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2566979738" sldId="265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2415589329" sldId="266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3206260849" sldId="267"/>
        </pc:sldMkLst>
      </pc:sldChg>
      <pc:sldChg chg="add del">
        <pc:chgData name="Connor Jennings" userId="ea057254-a10f-48b5-927d-f63c83a5b2af" providerId="ADAL" clId="{FDAF03B3-2093-4AB1-9CC4-3F22AF5555D1}" dt="2026-03-24T11:24:42.088" v="6662" actId="47"/>
        <pc:sldMkLst>
          <pc:docMk/>
          <pc:sldMk cId="2077931691" sldId="269"/>
        </pc:sldMkLst>
      </pc:sldChg>
      <pc:sldChg chg="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682896574" sldId="306"/>
        </pc:sldMkLst>
      </pc:sldChg>
      <pc:sldChg chg="modSp add del">
        <pc:chgData name="Connor Jennings" userId="ea057254-a10f-48b5-927d-f63c83a5b2af" providerId="ADAL" clId="{FDAF03B3-2093-4AB1-9CC4-3F22AF5555D1}" dt="2026-03-24T11:24:42.088" v="6662" actId="47"/>
        <pc:sldMkLst>
          <pc:docMk/>
          <pc:sldMk cId="880719850" sldId="307"/>
        </pc:sldMkLst>
      </pc:sldChg>
      <pc:sldChg chg="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922503383" sldId="310"/>
        </pc:sldMkLst>
      </pc:sldChg>
      <pc:sldChg chg="addSp delSp modSp add del mod delAnim modAnim">
        <pc:chgData name="Connor Jennings" userId="ea057254-a10f-48b5-927d-f63c83a5b2af" providerId="ADAL" clId="{FDAF03B3-2093-4AB1-9CC4-3F22AF5555D1}" dt="2026-03-24T11:24:42.088" v="6662" actId="47"/>
        <pc:sldMkLst>
          <pc:docMk/>
          <pc:sldMk cId="2757823174" sldId="312"/>
        </pc:sldMkLst>
      </pc:sldChg>
      <pc:sldChg chg="add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121988736" sldId="313"/>
        </pc:sldMkLst>
      </pc:sldChg>
      <pc:sldChg chg="add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2165101272" sldId="314"/>
        </pc:sldMkLst>
      </pc:sldChg>
      <pc:sldChg chg="addSp delSp modSp add del mod ord">
        <pc:chgData name="Connor Jennings" userId="ea057254-a10f-48b5-927d-f63c83a5b2af" providerId="ADAL" clId="{FDAF03B3-2093-4AB1-9CC4-3F22AF5555D1}" dt="2026-03-24T11:24:42.088" v="6662" actId="47"/>
        <pc:sldMkLst>
          <pc:docMk/>
          <pc:sldMk cId="1924282424" sldId="315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1686834678" sldId="316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2409235406" sldId="317"/>
        </pc:sldMkLst>
      </pc:sldChg>
      <pc:sldChg chg="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1926213491" sldId="318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4054949676" sldId="319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138608435" sldId="320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2291898951" sldId="321"/>
        </pc:sldMkLst>
      </pc:sldChg>
      <pc:sldChg chg="addSp del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594391579" sldId="322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2051644090" sldId="323"/>
        </pc:sldMkLst>
      </pc:sldChg>
      <pc:sldChg chg="addSp del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2736013298" sldId="324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2602761938" sldId="325"/>
        </pc:sldMkLst>
      </pc:sldChg>
      <pc:sldChg chg="addSp delSp modSp add del mod ord">
        <pc:chgData name="Connor Jennings" userId="ea057254-a10f-48b5-927d-f63c83a5b2af" providerId="ADAL" clId="{FDAF03B3-2093-4AB1-9CC4-3F22AF5555D1}" dt="2026-03-24T11:24:42.088" v="6662" actId="47"/>
        <pc:sldMkLst>
          <pc:docMk/>
          <pc:sldMk cId="1445560700" sldId="326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2253493013" sldId="327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2045519637" sldId="329"/>
        </pc:sldMkLst>
      </pc:sldChg>
      <pc:sldChg chg="addSp delSp modSp add del mod">
        <pc:chgData name="Connor Jennings" userId="ea057254-a10f-48b5-927d-f63c83a5b2af" providerId="ADAL" clId="{FDAF03B3-2093-4AB1-9CC4-3F22AF5555D1}" dt="2026-03-24T11:24:42.088" v="6662" actId="47"/>
        <pc:sldMkLst>
          <pc:docMk/>
          <pc:sldMk cId="3725208750" sldId="330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281937788" sldId="331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969553530" sldId="332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2089518338" sldId="333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689199341" sldId="334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523489470" sldId="335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3004147848" sldId="336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1201223136" sldId="337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1316817460" sldId="338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2631794481" sldId="339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3520183734" sldId="360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3508354565" sldId="361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2287738345" sldId="362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696476701" sldId="363"/>
        </pc:sldMkLst>
      </pc:sldChg>
      <pc:sldChg chg="del">
        <pc:chgData name="Connor Jennings" userId="ea057254-a10f-48b5-927d-f63c83a5b2af" providerId="ADAL" clId="{FDAF03B3-2093-4AB1-9CC4-3F22AF5555D1}" dt="2026-03-24T11:24:42.088" v="6662" actId="47"/>
        <pc:sldMkLst>
          <pc:docMk/>
          <pc:sldMk cId="1365558879" sldId="364"/>
        </pc:sldMkLst>
      </pc:sldChg>
    </pc:docChg>
  </pc:docChgLst>
  <pc:docChgLst>
    <pc:chgData name="Dan Jennings" userId="S::dan.jennings@hookflash.co.uk::a535fcfe-fc96-4213-a98c-adc241f2c76d" providerId="AD" clId="Web-{B8ABCAFA-253A-4C3A-A247-FF7AD619ED61}"/>
    <pc:docChg chg="addSld delSld modSld sldOrd">
      <pc:chgData name="Dan Jennings" userId="S::dan.jennings@hookflash.co.uk::a535fcfe-fc96-4213-a98c-adc241f2c76d" providerId="AD" clId="Web-{B8ABCAFA-253A-4C3A-A247-FF7AD619ED61}" dt="2026-03-11T16:04:35.624" v="105" actId="20577"/>
      <pc:docMkLst>
        <pc:docMk/>
      </pc:docMkLst>
    </pc:docChg>
  </pc:docChgLst>
  <pc:docChgLst>
    <pc:chgData name="Dan Jennings" userId="a535fcfe-fc96-4213-a98c-adc241f2c76d" providerId="ADAL" clId="{4514AEF5-72AC-4A6F-A05F-8AAF7CDB74DD}"/>
    <pc:docChg chg="undo custSel addSld delSld modSld">
      <pc:chgData name="Dan Jennings" userId="a535fcfe-fc96-4213-a98c-adc241f2c76d" providerId="ADAL" clId="{4514AEF5-72AC-4A6F-A05F-8AAF7CDB74DD}" dt="2026-03-12T11:12:03.597" v="5188" actId="729"/>
      <pc:docMkLst>
        <pc:docMk/>
      </pc:docMkLst>
    </pc:docChg>
  </pc:docChgLst>
  <pc:docChgLst>
    <pc:chgData name="Connor Jennings" userId="S::connor.jennings@hookflash.co.uk::ea057254-a10f-48b5-927d-f63c83a5b2af" providerId="AD" clId="Web-{159F02B5-57FD-489F-8A6D-26279AFBB8AB}"/>
    <pc:docChg chg="modSld">
      <pc:chgData name="Connor Jennings" userId="S::connor.jennings@hookflash.co.uk::ea057254-a10f-48b5-927d-f63c83a5b2af" providerId="AD" clId="Web-{159F02B5-57FD-489F-8A6D-26279AFBB8AB}" dt="2026-02-25T15:54:51.148" v="84"/>
      <pc:docMkLst>
        <pc:docMk/>
      </pc:docMkLst>
      <pc:sldChg chg="mod modShow">
        <pc:chgData name="Connor Jennings" userId="S::connor.jennings@hookflash.co.uk::ea057254-a10f-48b5-927d-f63c83a5b2af" providerId="AD" clId="Web-{159F02B5-57FD-489F-8A6D-26279AFBB8AB}" dt="2026-02-25T15:54:39.726" v="56"/>
        <pc:sldMkLst>
          <pc:docMk/>
          <pc:sldMk cId="158592151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1034B-6442-184D-B3CA-DE324AB0344F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B3F9B-694F-B240-AA7E-F8856E3DE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6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6.png"/><Relationship Id="rId7" Type="http://schemas.openxmlformats.org/officeDocument/2006/relationships/image" Target="../media/image19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1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.sv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8883" y="1706157"/>
            <a:ext cx="9144000" cy="1200329"/>
          </a:xfrm>
          <a:noFill/>
        </p:spPr>
        <p:txBody>
          <a:bodyPr anchor="t">
            <a:spAutoFit/>
          </a:bodyPr>
          <a:lstStyle>
            <a:lvl1pPr algn="l">
              <a:defRPr sz="80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Title of deck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4F1F8-B44E-4D3D-E73F-4C87D10397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251" y="1248604"/>
            <a:ext cx="9144000" cy="405268"/>
          </a:xfrm>
        </p:spPr>
        <p:txBody>
          <a:bodyPr/>
          <a:lstStyle>
            <a:lvl1pPr marL="0" indent="0" algn="l">
              <a:buNone/>
              <a:defRPr sz="2000">
                <a:solidFill>
                  <a:srgbClr val="ABA99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Date here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938C3E3-8B07-C584-AC7B-6E79AFB16D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3" y="3533437"/>
            <a:ext cx="12188687" cy="332649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F7E0475-986F-30E2-71C5-D866F610D4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046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BF7E0475-986F-30E2-71C5-D866F610D4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62554" y="2650758"/>
            <a:ext cx="6266891" cy="155648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AFD6B7-2AC0-9AF1-1C99-7CC5680A43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313" y="5004263"/>
            <a:ext cx="12399294" cy="18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772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6CAFD6B7-2AC0-9AF1-1C99-7CC5680A43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9281"/>
          <a:stretch>
            <a:fillRect/>
          </a:stretch>
        </p:blipFill>
        <p:spPr>
          <a:xfrm>
            <a:off x="84820" y="5765800"/>
            <a:ext cx="709736" cy="99876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C0B4377-9190-AA57-E899-E2EDB0B89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F32B398-E40C-F944-5603-5D205DB38F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2676"/>
          <a:stretch>
            <a:fillRect/>
          </a:stretch>
        </p:blipFill>
        <p:spPr>
          <a:xfrm>
            <a:off x="9021220" y="5909733"/>
            <a:ext cx="3170780" cy="83436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DC8104C-525E-F564-E324-7F99D3E518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407" t="25761" r="74668"/>
          <a:stretch>
            <a:fillRect/>
          </a:stretch>
        </p:blipFill>
        <p:spPr>
          <a:xfrm>
            <a:off x="820160" y="5909733"/>
            <a:ext cx="833979" cy="85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43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4" y="1377211"/>
            <a:ext cx="8458263" cy="2156226"/>
          </a:xfrm>
          <a:noFill/>
        </p:spPr>
        <p:txBody>
          <a:bodyPr anchor="t">
            <a:spAutoFit/>
          </a:bodyPr>
          <a:lstStyle>
            <a:lvl1pPr algn="l">
              <a:defRPr sz="50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At magna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vestibulum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natoque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orci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8BBF11A-1DC0-7B58-A367-3A08A8BAA3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7348"/>
          <a:stretch>
            <a:fillRect/>
          </a:stretch>
        </p:blipFill>
        <p:spPr>
          <a:xfrm>
            <a:off x="6648201" y="4476306"/>
            <a:ext cx="5863628" cy="2381693"/>
          </a:xfrm>
          <a:prstGeom prst="rect">
            <a:avLst/>
          </a:prstGeom>
        </p:spPr>
      </p:pic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9570B6A7-DD43-8ECD-6489-7DA046CD0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901684E5-30EF-A549-A2A3-EA4186A98DA7}" type="datetimeyyyy">
              <a:rPr lang="en-GB" smtClean="0"/>
              <a:t>2026</a:t>
            </a:fld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97F3058-9DA8-96C4-5AB8-E57FAE456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2E138A6-05B9-7205-594A-FF7F80F5E3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6823"/>
          <a:stretch>
            <a:fillRect/>
          </a:stretch>
        </p:blipFill>
        <p:spPr>
          <a:xfrm>
            <a:off x="8253717" y="-587716"/>
            <a:ext cx="5863628" cy="296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1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4" y="1377211"/>
            <a:ext cx="8458263" cy="2156226"/>
          </a:xfrm>
          <a:noFill/>
        </p:spPr>
        <p:txBody>
          <a:bodyPr anchor="t">
            <a:spAutoFit/>
          </a:bodyPr>
          <a:lstStyle>
            <a:lvl1pPr algn="l">
              <a:defRPr sz="50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At magna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vestibulum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natoque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orci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E2E2621-F470-92CF-1304-697FEAFA33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3563"/>
          <a:stretch>
            <a:fillRect/>
          </a:stretch>
        </p:blipFill>
        <p:spPr>
          <a:xfrm>
            <a:off x="5236348" y="4436533"/>
            <a:ext cx="6955652" cy="2421467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E444B7A-A3FB-03E6-3142-392DF0A03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51827726-A253-A046-8B3C-4318C6BB34C2}" type="datetimeyyyy">
              <a:rPr lang="en-GB" smtClean="0"/>
              <a:t>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D803786-C125-46DA-A203-72546753C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FD056B-6886-2810-080F-784E7C72F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2218"/>
          <a:stretch>
            <a:fillRect/>
          </a:stretch>
        </p:blipFill>
        <p:spPr>
          <a:xfrm>
            <a:off x="4586095" y="-593592"/>
            <a:ext cx="6955652" cy="144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03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4" y="1377211"/>
            <a:ext cx="8458263" cy="2156226"/>
          </a:xfrm>
          <a:noFill/>
        </p:spPr>
        <p:txBody>
          <a:bodyPr anchor="t">
            <a:spAutoFit/>
          </a:bodyPr>
          <a:lstStyle>
            <a:lvl1pPr algn="l">
              <a:defRPr sz="50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At magna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vestibulum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natoque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orci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E6E7B0B-80DC-9D62-7DAD-D62070F2B6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8627"/>
          <a:stretch>
            <a:fillRect/>
          </a:stretch>
        </p:blipFill>
        <p:spPr>
          <a:xfrm>
            <a:off x="7206639" y="3710762"/>
            <a:ext cx="4985361" cy="3147237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AA11D2B-10BD-A341-5CB0-DC641E852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99C448B4-58C4-C340-AB39-3D1D42B43947}" type="datetimeyyyy">
              <a:rPr lang="en-GB" smtClean="0"/>
              <a:t>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3373114-2187-3167-548C-80EBD0D40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8EEB31F-B21F-B773-4176-9AFBB21E19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66447"/>
          <a:stretch>
            <a:fillRect/>
          </a:stretch>
        </p:blipFill>
        <p:spPr>
          <a:xfrm>
            <a:off x="6849675" y="-311150"/>
            <a:ext cx="4985361" cy="172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4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6958236" cy="2862322"/>
          </a:xfrm>
          <a:noFill/>
        </p:spPr>
        <p:txBody>
          <a:bodyPr anchor="t">
            <a:spAutoFit/>
          </a:bodyPr>
          <a:lstStyle>
            <a:lvl1pPr algn="l">
              <a:defRPr sz="50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At magna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vestibulum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natoque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orci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DF65D53-347C-066A-E3BA-CCD1C4B3EA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15460" y="2670464"/>
            <a:ext cx="4219575" cy="3722770"/>
          </a:xfrm>
          <a:prstGeom prst="snip2DiagRect">
            <a:avLst>
              <a:gd name="adj1" fmla="val 14540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7E27E92E-51E0-65A0-6219-63A1E7FE1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4BDC964A-4C49-344E-BAFE-1EB9745FE4AA}" type="datetimeyyyy">
              <a:rPr lang="en-GB" smtClean="0"/>
              <a:t>2026</a:t>
            </a:fld>
            <a:endParaRPr lang="en-US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2B2ED877-F0D5-6A3C-BC5C-50761CF59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6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214257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Heading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DF65D53-347C-066A-E3BA-CCD1C4B3EA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37518" y="3829505"/>
            <a:ext cx="2597517" cy="2563729"/>
          </a:xfrm>
          <a:prstGeom prst="snip2DiagRect">
            <a:avLst>
              <a:gd name="adj1" fmla="val 14540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74EABB0E-BEDF-EEDA-DBA1-EC62C1821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7776" y="3829505"/>
            <a:ext cx="2597517" cy="2563729"/>
          </a:xfrm>
          <a:prstGeom prst="snip2DiagRect">
            <a:avLst>
              <a:gd name="adj1" fmla="val 14540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40BC1935-C066-A3A7-1345-C0585D7760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965" y="1857860"/>
            <a:ext cx="5214257" cy="2240613"/>
          </a:xfrm>
        </p:spPr>
        <p:txBody>
          <a:bodyPr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34B7AB36-BBAF-4053-EC4C-F07372D8F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B041513E-80DB-394B-A39D-C97D17C7E747}" type="datetimeyyyy">
              <a:rPr lang="en-GB" smtClean="0"/>
              <a:t>2026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99974A7-03B7-54B2-0FA5-410854F1B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0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214257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Heading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DF65D53-347C-066A-E3BA-CCD1C4B3EA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564" y="1377211"/>
            <a:ext cx="4935471" cy="5016024"/>
          </a:xfrm>
          <a:prstGeom prst="snip2DiagRect">
            <a:avLst>
              <a:gd name="adj1" fmla="val 14540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40BC1935-C066-A3A7-1345-C0585D7760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965" y="1857860"/>
            <a:ext cx="5214257" cy="2240613"/>
          </a:xfrm>
        </p:spPr>
        <p:txBody>
          <a:bodyPr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F24B109-E593-65D4-E45E-78770CB9D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76BC8CCB-EEEF-7E4B-8050-2EC5250CBFB0}" type="datetimeyyyy">
              <a:rPr lang="en-GB" smtClean="0"/>
              <a:t>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0CF5322-7DCB-1164-8BBA-A3DE7CBD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31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rgbClr val="F4F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214257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Heading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DF65D53-347C-066A-E3BA-CCD1C4B3EA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564" y="1377211"/>
            <a:ext cx="4935471" cy="5016024"/>
          </a:xfrm>
          <a:prstGeom prst="snip2DiagRect">
            <a:avLst>
              <a:gd name="adj1" fmla="val 14540"/>
              <a:gd name="adj2" fmla="val 0"/>
            </a:avLst>
          </a:prstGeom>
          <a:solidFill>
            <a:schemeClr val="bg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40BC1935-C066-A3A7-1345-C0585D7760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965" y="1857860"/>
            <a:ext cx="5214257" cy="2240613"/>
          </a:xfrm>
        </p:spPr>
        <p:txBody>
          <a:bodyPr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08D6D8D-D6F7-2638-615A-CE6F96E0C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EA0335D7-A423-804B-AE54-09A0A6454F54}" type="datetimeyyyy">
              <a:rPr lang="en-GB" smtClean="0"/>
              <a:t>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620728-1DB0-BF54-563E-A6A512915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3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214257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Heading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40BC1935-C066-A3A7-1345-C0585D7760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965" y="1857860"/>
            <a:ext cx="5214257" cy="830997"/>
          </a:xfrm>
        </p:spPr>
        <p:txBody>
          <a:bodyPr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ABA99F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D2FBB4F-FB63-D6A2-0BA6-BEBD3DF112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224" y="2997779"/>
            <a:ext cx="2573866" cy="3155885"/>
          </a:xfrm>
          <a:ln>
            <a:solidFill>
              <a:srgbClr val="494944"/>
            </a:solidFill>
          </a:ln>
        </p:spPr>
        <p:txBody>
          <a:bodyPr wrap="square" lIns="251999" tIns="827999" rIns="216000" bIns="216000">
            <a:noAutofit/>
          </a:bodyPr>
          <a:lstStyle>
            <a:lvl1pPr>
              <a:lnSpc>
                <a:spcPct val="120000"/>
              </a:lnSpc>
              <a:defRPr sz="1000" b="0"/>
            </a:lvl1pPr>
          </a:lstStyle>
          <a:p>
            <a:pPr lvl="0"/>
            <a:r>
              <a:rPr lang="en-GB" err="1"/>
              <a:t>haretra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Morbi </a:t>
            </a:r>
            <a:r>
              <a:rPr lang="en-GB" err="1"/>
              <a:t>leo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, porta ac </a:t>
            </a:r>
            <a:r>
              <a:rPr lang="en-GB" err="1"/>
              <a:t>consectetur</a:t>
            </a:r>
            <a:r>
              <a:rPr lang="en-GB"/>
              <a:t> ac, vestibulum at eros. Cras </a:t>
            </a:r>
            <a:r>
              <a:rPr lang="en-GB" err="1"/>
              <a:t>justo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, </a:t>
            </a:r>
            <a:r>
              <a:rPr lang="en-GB" err="1"/>
              <a:t>dapibus</a:t>
            </a:r>
            <a:r>
              <a:rPr lang="en-GB"/>
              <a:t> ac </a:t>
            </a:r>
            <a:r>
              <a:rPr lang="en-GB" err="1"/>
              <a:t>facilisis</a:t>
            </a:r>
            <a:r>
              <a:rPr lang="en-GB"/>
              <a:t> in, </a:t>
            </a:r>
            <a:r>
              <a:rPr lang="en-GB" err="1"/>
              <a:t>egestas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. Integer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a ante </a:t>
            </a:r>
            <a:r>
              <a:rPr lang="en-GB" err="1"/>
              <a:t>venenatis</a:t>
            </a:r>
            <a:r>
              <a:rPr lang="en-GB"/>
              <a:t> </a:t>
            </a:r>
            <a:r>
              <a:rPr lang="en-GB" err="1"/>
              <a:t>dapibus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aliquet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Nulla id </a:t>
            </a:r>
            <a:r>
              <a:rPr lang="en-GB" err="1"/>
              <a:t>dolor</a:t>
            </a:r>
            <a:endParaRPr lang="en-GB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170CEDD-B41C-409C-6599-B7F6012FA3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1295" y="3196695"/>
            <a:ext cx="457200" cy="4572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30128B-CC96-992A-9E4E-5E0F89DF5C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08913" y="2997780"/>
            <a:ext cx="2573866" cy="3155884"/>
          </a:xfrm>
          <a:ln>
            <a:solidFill>
              <a:srgbClr val="494944"/>
            </a:solidFill>
          </a:ln>
        </p:spPr>
        <p:txBody>
          <a:bodyPr wrap="square" lIns="251999" tIns="827999" rIns="216000" bIns="216000">
            <a:noAutofit/>
          </a:bodyPr>
          <a:lstStyle>
            <a:lvl1pPr>
              <a:lnSpc>
                <a:spcPct val="120000"/>
              </a:lnSpc>
              <a:defRPr sz="1000" b="0"/>
            </a:lvl1pPr>
          </a:lstStyle>
          <a:p>
            <a:pPr lvl="0"/>
            <a:r>
              <a:rPr lang="en-GB" err="1"/>
              <a:t>haretra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Morbi </a:t>
            </a:r>
            <a:r>
              <a:rPr lang="en-GB" err="1"/>
              <a:t>leo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, porta ac </a:t>
            </a:r>
            <a:r>
              <a:rPr lang="en-GB" err="1"/>
              <a:t>consectetur</a:t>
            </a:r>
            <a:r>
              <a:rPr lang="en-GB"/>
              <a:t> ac, vestibulum at eros. Cras </a:t>
            </a:r>
            <a:r>
              <a:rPr lang="en-GB" err="1"/>
              <a:t>justo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, </a:t>
            </a:r>
            <a:r>
              <a:rPr lang="en-GB" err="1"/>
              <a:t>dapibus</a:t>
            </a:r>
            <a:r>
              <a:rPr lang="en-GB"/>
              <a:t> ac </a:t>
            </a:r>
            <a:r>
              <a:rPr lang="en-GB" err="1"/>
              <a:t>facilisis</a:t>
            </a:r>
            <a:r>
              <a:rPr lang="en-GB"/>
              <a:t> in, </a:t>
            </a:r>
            <a:r>
              <a:rPr lang="en-GB" err="1"/>
              <a:t>egestas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. Integer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a ante </a:t>
            </a:r>
            <a:r>
              <a:rPr lang="en-GB" err="1"/>
              <a:t>venenatis</a:t>
            </a:r>
            <a:r>
              <a:rPr lang="en-GB"/>
              <a:t> </a:t>
            </a:r>
            <a:r>
              <a:rPr lang="en-GB" err="1"/>
              <a:t>dapibus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aliquet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</a:t>
            </a:r>
          </a:p>
        </p:txBody>
      </p:sp>
      <p:sp>
        <p:nvSpPr>
          <p:cNvPr id="31" name="Picture Placeholder 26">
            <a:extLst>
              <a:ext uri="{FF2B5EF4-FFF2-40B4-BE49-F238E27FC236}">
                <a16:creationId xmlns:a16="http://schemas.microsoft.com/office/drawing/2014/main" id="{561B7FFE-586B-BDFA-5C0B-2BAAC1552F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536984" y="3196695"/>
            <a:ext cx="457200" cy="4572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137E7A77-D8F8-B292-4AD7-F2E309E528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5867" y="2997780"/>
            <a:ext cx="2573866" cy="3155884"/>
          </a:xfrm>
          <a:ln>
            <a:solidFill>
              <a:srgbClr val="494944"/>
            </a:solidFill>
          </a:ln>
        </p:spPr>
        <p:txBody>
          <a:bodyPr wrap="square" lIns="251999" tIns="827999" rIns="216000" bIns="216000">
            <a:noAutofit/>
          </a:bodyPr>
          <a:lstStyle>
            <a:lvl1pPr>
              <a:lnSpc>
                <a:spcPct val="120000"/>
              </a:lnSpc>
              <a:defRPr sz="1000" b="0"/>
            </a:lvl1pPr>
          </a:lstStyle>
          <a:p>
            <a:pPr lvl="0"/>
            <a:r>
              <a:rPr lang="en-GB" err="1"/>
              <a:t>haretra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Morbi </a:t>
            </a:r>
            <a:r>
              <a:rPr lang="en-GB" err="1"/>
              <a:t>leo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, porta ac </a:t>
            </a:r>
            <a:r>
              <a:rPr lang="en-GB" err="1"/>
              <a:t>consectetur</a:t>
            </a:r>
            <a:r>
              <a:rPr lang="en-GB"/>
              <a:t> ac, vestibulum at eros. Cras </a:t>
            </a:r>
            <a:r>
              <a:rPr lang="en-GB" err="1"/>
              <a:t>justo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, </a:t>
            </a:r>
            <a:r>
              <a:rPr lang="en-GB" err="1"/>
              <a:t>dapibus</a:t>
            </a:r>
            <a:r>
              <a:rPr lang="en-GB"/>
              <a:t> ac </a:t>
            </a:r>
            <a:r>
              <a:rPr lang="en-GB" err="1"/>
              <a:t>facilisis</a:t>
            </a:r>
            <a:r>
              <a:rPr lang="en-GB"/>
              <a:t> in, </a:t>
            </a:r>
            <a:r>
              <a:rPr lang="en-GB" err="1"/>
              <a:t>egestas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. Integer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a ante </a:t>
            </a:r>
            <a:r>
              <a:rPr lang="en-GB" err="1"/>
              <a:t>venenatis</a:t>
            </a:r>
            <a:r>
              <a:rPr lang="en-GB"/>
              <a:t> </a:t>
            </a:r>
            <a:r>
              <a:rPr lang="en-GB" err="1"/>
              <a:t>dapibus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aliquet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id </a:t>
            </a:r>
            <a:r>
              <a:rPr lang="en-GB" err="1"/>
              <a:t>dolor</a:t>
            </a:r>
            <a:r>
              <a:rPr lang="en-GB"/>
              <a:t> id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</a:t>
            </a:r>
            <a:r>
              <a:rPr lang="en-GB" err="1"/>
              <a:t>vehicula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id </a:t>
            </a:r>
            <a:r>
              <a:rPr lang="en-GB" err="1"/>
              <a:t>elit</a:t>
            </a:r>
            <a:r>
              <a:rPr lang="en-GB"/>
              <a:t>.</a:t>
            </a:r>
          </a:p>
        </p:txBody>
      </p:sp>
      <p:sp>
        <p:nvSpPr>
          <p:cNvPr id="33" name="Picture Placeholder 26">
            <a:extLst>
              <a:ext uri="{FF2B5EF4-FFF2-40B4-BE49-F238E27FC236}">
                <a16:creationId xmlns:a16="http://schemas.microsoft.com/office/drawing/2014/main" id="{C851D2CD-75E7-7F85-6496-3B2B1DA7D32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453938" y="3196695"/>
            <a:ext cx="457200" cy="4572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1D761E00-EF65-9B43-DEF7-F2C82FAD59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2821" y="2997779"/>
            <a:ext cx="2573866" cy="3155883"/>
          </a:xfrm>
          <a:ln>
            <a:solidFill>
              <a:srgbClr val="494944"/>
            </a:solidFill>
          </a:ln>
        </p:spPr>
        <p:txBody>
          <a:bodyPr wrap="square" lIns="251999" tIns="827999" rIns="216000" bIns="216000">
            <a:noAutofit/>
          </a:bodyPr>
          <a:lstStyle>
            <a:lvl1pPr>
              <a:lnSpc>
                <a:spcPct val="120000"/>
              </a:lnSpc>
              <a:defRPr sz="1000" b="0"/>
            </a:lvl1pPr>
          </a:lstStyle>
          <a:p>
            <a:pPr lvl="0"/>
            <a:r>
              <a:rPr lang="en-GB" err="1"/>
              <a:t>haretra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Morbi </a:t>
            </a:r>
            <a:r>
              <a:rPr lang="en-GB" err="1"/>
              <a:t>leo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, porta ac </a:t>
            </a:r>
            <a:r>
              <a:rPr lang="en-GB" err="1"/>
              <a:t>consectetur</a:t>
            </a:r>
            <a:r>
              <a:rPr lang="en-GB"/>
              <a:t> ac, vestibulum at eros. Cras </a:t>
            </a:r>
            <a:r>
              <a:rPr lang="en-GB" err="1"/>
              <a:t>justo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, </a:t>
            </a:r>
            <a:r>
              <a:rPr lang="en-GB" err="1"/>
              <a:t>dapibus</a:t>
            </a:r>
            <a:r>
              <a:rPr lang="en-GB"/>
              <a:t> ac </a:t>
            </a:r>
            <a:r>
              <a:rPr lang="en-GB" err="1"/>
              <a:t>facilisis</a:t>
            </a:r>
            <a:r>
              <a:rPr lang="en-GB"/>
              <a:t> in, </a:t>
            </a:r>
            <a:r>
              <a:rPr lang="en-GB" err="1"/>
              <a:t>egestas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. Integer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a ante </a:t>
            </a:r>
            <a:r>
              <a:rPr lang="en-GB" err="1"/>
              <a:t>venenatis</a:t>
            </a:r>
            <a:r>
              <a:rPr lang="en-GB"/>
              <a:t> </a:t>
            </a:r>
            <a:r>
              <a:rPr lang="en-GB" err="1"/>
              <a:t>dapibus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aliquet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id </a:t>
            </a:r>
            <a:r>
              <a:rPr lang="en-GB" err="1"/>
              <a:t>dolor</a:t>
            </a:r>
            <a:r>
              <a:rPr lang="en-GB"/>
              <a:t> id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</a:t>
            </a:r>
            <a:r>
              <a:rPr lang="en-GB" err="1"/>
              <a:t>vehicula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id </a:t>
            </a:r>
            <a:r>
              <a:rPr lang="en-GB" err="1"/>
              <a:t>elit</a:t>
            </a:r>
            <a:r>
              <a:rPr lang="en-GB"/>
              <a:t>.</a:t>
            </a:r>
          </a:p>
        </p:txBody>
      </p:sp>
      <p:sp>
        <p:nvSpPr>
          <p:cNvPr id="35" name="Picture Placeholder 26">
            <a:extLst>
              <a:ext uri="{FF2B5EF4-FFF2-40B4-BE49-F238E27FC236}">
                <a16:creationId xmlns:a16="http://schemas.microsoft.com/office/drawing/2014/main" id="{9055B0A7-9E09-7C71-9B97-AA07E4F76B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70892" y="3196695"/>
            <a:ext cx="457200" cy="4572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Date Placeholder 3">
            <a:extLst>
              <a:ext uri="{FF2B5EF4-FFF2-40B4-BE49-F238E27FC236}">
                <a16:creationId xmlns:a16="http://schemas.microsoft.com/office/drawing/2014/main" id="{09AF04A5-78A9-D331-2AF6-6F5F24B15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A7D52A8C-9A6A-094B-9EBD-CD255E97177C}" type="datetimeyyyy">
              <a:rPr lang="en-GB" smtClean="0"/>
              <a:t>2026</a:t>
            </a:fld>
            <a:endParaRPr lang="en-US"/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C3493C33-3C20-7384-8198-B7E9B9C40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0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214257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Heading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40BC1935-C066-A3A7-1345-C0585D7760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965" y="1857860"/>
            <a:ext cx="5214257" cy="830997"/>
          </a:xfrm>
        </p:spPr>
        <p:txBody>
          <a:bodyPr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ABA99F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D2FBB4F-FB63-D6A2-0BA6-BEBD3DF112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224" y="2997779"/>
            <a:ext cx="3432084" cy="3155885"/>
          </a:xfrm>
          <a:ln>
            <a:solidFill>
              <a:srgbClr val="494944"/>
            </a:solidFill>
          </a:ln>
        </p:spPr>
        <p:txBody>
          <a:bodyPr wrap="square" lIns="251999" tIns="827999" rIns="216000" bIns="216000">
            <a:noAutofit/>
          </a:bodyPr>
          <a:lstStyle>
            <a:lvl1pPr>
              <a:lnSpc>
                <a:spcPct val="120000"/>
              </a:lnSpc>
              <a:defRPr sz="1000" b="0"/>
            </a:lvl1pPr>
          </a:lstStyle>
          <a:p>
            <a:pPr lvl="0"/>
            <a:r>
              <a:rPr lang="en-GB" err="1"/>
              <a:t>haretra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Morbi </a:t>
            </a:r>
            <a:r>
              <a:rPr lang="en-GB" err="1"/>
              <a:t>leo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, porta ac </a:t>
            </a:r>
            <a:r>
              <a:rPr lang="en-GB" err="1"/>
              <a:t>consectetur</a:t>
            </a:r>
            <a:r>
              <a:rPr lang="en-GB"/>
              <a:t> ac, vestibulum at eros. Cras </a:t>
            </a:r>
            <a:r>
              <a:rPr lang="en-GB" err="1"/>
              <a:t>justo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, </a:t>
            </a:r>
            <a:r>
              <a:rPr lang="en-GB" err="1"/>
              <a:t>dapibus</a:t>
            </a:r>
            <a:r>
              <a:rPr lang="en-GB"/>
              <a:t> ac </a:t>
            </a:r>
            <a:r>
              <a:rPr lang="en-GB" err="1"/>
              <a:t>facilisis</a:t>
            </a:r>
            <a:r>
              <a:rPr lang="en-GB"/>
              <a:t> in, </a:t>
            </a:r>
            <a:r>
              <a:rPr lang="en-GB" err="1"/>
              <a:t>egestas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. Integer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a ante </a:t>
            </a:r>
            <a:r>
              <a:rPr lang="en-GB" err="1"/>
              <a:t>venenatis</a:t>
            </a:r>
            <a:r>
              <a:rPr lang="en-GB"/>
              <a:t> </a:t>
            </a:r>
            <a:r>
              <a:rPr lang="en-GB" err="1"/>
              <a:t>dapibus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aliquet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Nulla id </a:t>
            </a:r>
            <a:r>
              <a:rPr lang="en-GB" err="1"/>
              <a:t>dolor</a:t>
            </a:r>
            <a:endParaRPr lang="en-GB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170CEDD-B41C-409C-6599-B7F6012FA3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1295" y="3196695"/>
            <a:ext cx="457200" cy="4572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8DE1E767-921C-294D-CA1D-5511478F41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9721" y="2997779"/>
            <a:ext cx="3432084" cy="3155885"/>
          </a:xfrm>
          <a:ln>
            <a:solidFill>
              <a:srgbClr val="494944"/>
            </a:solidFill>
          </a:ln>
        </p:spPr>
        <p:txBody>
          <a:bodyPr wrap="square" lIns="251999" tIns="827999" rIns="216000" bIns="216000">
            <a:noAutofit/>
          </a:bodyPr>
          <a:lstStyle>
            <a:lvl1pPr>
              <a:lnSpc>
                <a:spcPct val="120000"/>
              </a:lnSpc>
              <a:defRPr sz="1000" b="0"/>
            </a:lvl1pPr>
          </a:lstStyle>
          <a:p>
            <a:pPr lvl="0"/>
            <a:r>
              <a:rPr lang="en-GB" err="1"/>
              <a:t>haretra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Morbi </a:t>
            </a:r>
            <a:r>
              <a:rPr lang="en-GB" err="1"/>
              <a:t>leo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, porta ac </a:t>
            </a:r>
            <a:r>
              <a:rPr lang="en-GB" err="1"/>
              <a:t>consectetur</a:t>
            </a:r>
            <a:r>
              <a:rPr lang="en-GB"/>
              <a:t> ac, vestibulum at eros. Cras </a:t>
            </a:r>
            <a:r>
              <a:rPr lang="en-GB" err="1"/>
              <a:t>justo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, </a:t>
            </a:r>
            <a:r>
              <a:rPr lang="en-GB" err="1"/>
              <a:t>dapibus</a:t>
            </a:r>
            <a:r>
              <a:rPr lang="en-GB"/>
              <a:t> ac </a:t>
            </a:r>
            <a:r>
              <a:rPr lang="en-GB" err="1"/>
              <a:t>facilisis</a:t>
            </a:r>
            <a:r>
              <a:rPr lang="en-GB"/>
              <a:t> in, </a:t>
            </a:r>
            <a:r>
              <a:rPr lang="en-GB" err="1"/>
              <a:t>egestas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. Integer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a ante </a:t>
            </a:r>
            <a:r>
              <a:rPr lang="en-GB" err="1"/>
              <a:t>venenatis</a:t>
            </a:r>
            <a:r>
              <a:rPr lang="en-GB"/>
              <a:t> </a:t>
            </a:r>
            <a:r>
              <a:rPr lang="en-GB" err="1"/>
              <a:t>dapibus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aliquet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Nulla id </a:t>
            </a:r>
            <a:r>
              <a:rPr lang="en-GB" err="1"/>
              <a:t>dolor</a:t>
            </a:r>
            <a:endParaRPr lang="en-GB"/>
          </a:p>
        </p:txBody>
      </p:sp>
      <p:sp>
        <p:nvSpPr>
          <p:cNvPr id="7" name="Picture Placeholder 26">
            <a:extLst>
              <a:ext uri="{FF2B5EF4-FFF2-40B4-BE49-F238E27FC236}">
                <a16:creationId xmlns:a16="http://schemas.microsoft.com/office/drawing/2014/main" id="{509ED287-EA2E-F64E-459E-46890C6C076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7792" y="3196695"/>
            <a:ext cx="457200" cy="4572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086D3D05-50E8-60CF-5537-308604A5C1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16219" y="2997779"/>
            <a:ext cx="3432084" cy="3155885"/>
          </a:xfrm>
          <a:ln>
            <a:solidFill>
              <a:srgbClr val="494944"/>
            </a:solidFill>
          </a:ln>
        </p:spPr>
        <p:txBody>
          <a:bodyPr wrap="square" lIns="251999" tIns="827999" rIns="216000" bIns="216000">
            <a:noAutofit/>
          </a:bodyPr>
          <a:lstStyle>
            <a:lvl1pPr>
              <a:lnSpc>
                <a:spcPct val="120000"/>
              </a:lnSpc>
              <a:defRPr sz="1000" b="0"/>
            </a:lvl1pPr>
          </a:lstStyle>
          <a:p>
            <a:pPr lvl="0"/>
            <a:r>
              <a:rPr lang="en-GB" err="1"/>
              <a:t>haretra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Morbi </a:t>
            </a:r>
            <a:r>
              <a:rPr lang="en-GB" err="1"/>
              <a:t>leo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, porta ac </a:t>
            </a:r>
            <a:r>
              <a:rPr lang="en-GB" err="1"/>
              <a:t>consectetur</a:t>
            </a:r>
            <a:r>
              <a:rPr lang="en-GB"/>
              <a:t> ac, vestibulum at eros. Cras </a:t>
            </a:r>
            <a:r>
              <a:rPr lang="en-GB" err="1"/>
              <a:t>justo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, </a:t>
            </a:r>
            <a:r>
              <a:rPr lang="en-GB" err="1"/>
              <a:t>dapibus</a:t>
            </a:r>
            <a:r>
              <a:rPr lang="en-GB"/>
              <a:t> ac </a:t>
            </a:r>
            <a:r>
              <a:rPr lang="en-GB" err="1"/>
              <a:t>facilisis</a:t>
            </a:r>
            <a:r>
              <a:rPr lang="en-GB"/>
              <a:t> in, </a:t>
            </a:r>
            <a:r>
              <a:rPr lang="en-GB" err="1"/>
              <a:t>egestas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. Integer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a ante </a:t>
            </a:r>
            <a:r>
              <a:rPr lang="en-GB" err="1"/>
              <a:t>venenatis</a:t>
            </a:r>
            <a:r>
              <a:rPr lang="en-GB"/>
              <a:t> </a:t>
            </a:r>
            <a:r>
              <a:rPr lang="en-GB" err="1"/>
              <a:t>dapibus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aliquet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Donec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non </a:t>
            </a:r>
            <a:r>
              <a:rPr lang="en-GB" err="1"/>
              <a:t>metus</a:t>
            </a:r>
            <a:r>
              <a:rPr lang="en-GB"/>
              <a:t> auctor </a:t>
            </a:r>
            <a:r>
              <a:rPr lang="en-GB" err="1"/>
              <a:t>fringilla</a:t>
            </a:r>
            <a:r>
              <a:rPr lang="en-GB"/>
              <a:t>. Nulla id </a:t>
            </a:r>
            <a:r>
              <a:rPr lang="en-GB" err="1"/>
              <a:t>dolor</a:t>
            </a:r>
            <a:endParaRPr lang="en-GB"/>
          </a:p>
        </p:txBody>
      </p:sp>
      <p:sp>
        <p:nvSpPr>
          <p:cNvPr id="9" name="Picture Placeholder 26">
            <a:extLst>
              <a:ext uri="{FF2B5EF4-FFF2-40B4-BE49-F238E27FC236}">
                <a16:creationId xmlns:a16="http://schemas.microsoft.com/office/drawing/2014/main" id="{A7F6A656-1D0D-AAEC-8D51-22EB2A67AB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44290" y="3196695"/>
            <a:ext cx="457200" cy="457200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F7D9D1-AD4A-B4B0-9282-878200BA9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DE65995D-DA59-804F-B156-82D20CD06FE9}" type="datetimeyyyy">
              <a:rPr lang="en-GB" smtClean="0"/>
              <a:t>2026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36CA3C5-EEB3-A240-0369-ED866C30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37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028677" cy="480131"/>
          </a:xfrm>
          <a:noFill/>
        </p:spPr>
        <p:txBody>
          <a:bodyPr anchor="t">
            <a:spAutoFit/>
          </a:bodyPr>
          <a:lstStyle>
            <a:lvl1pPr algn="l">
              <a:defRPr sz="28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Dui sit ante </a:t>
            </a:r>
            <a:r>
              <a:rPr lang="en-GB" err="1">
                <a:effectLst/>
              </a:rPr>
              <a:t>eleifend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DAC58FC-BBF1-F5F5-AF63-A2AE1DDBBA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268" y="1343456"/>
            <a:ext cx="89732" cy="5195455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F340347-BFE0-BFAB-23EA-B218643884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3456" y="1343456"/>
            <a:ext cx="5214257" cy="3939540"/>
          </a:xfrm>
        </p:spPr>
        <p:txBody>
          <a:bodyPr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</a:t>
            </a:r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10950CB-6153-584B-0F31-6349CF636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146B60C3-92BF-BD4B-A177-2B182A61C982}" type="datetimeyyyy">
              <a:rPr lang="en-GB" smtClean="0"/>
              <a:t>2026</a:t>
            </a:fld>
            <a:endParaRPr lang="en-US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993D80A3-EBA1-72B9-9803-BF4A5AC52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48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F4F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028677" cy="480131"/>
          </a:xfrm>
          <a:noFill/>
        </p:spPr>
        <p:txBody>
          <a:bodyPr anchor="t">
            <a:spAutoFit/>
          </a:bodyPr>
          <a:lstStyle>
            <a:lvl1pPr algn="l">
              <a:defRPr sz="2800"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Dui sit ante </a:t>
            </a:r>
            <a:r>
              <a:rPr lang="en-GB" err="1">
                <a:effectLst/>
              </a:rPr>
              <a:t>eleifend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DAC58FC-BBF1-F5F5-AF63-A2AE1DDBBA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8301" y="1083574"/>
            <a:ext cx="89732" cy="5195455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F340347-BFE0-BFAB-23EA-B218643884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98594" y="1343456"/>
            <a:ext cx="3649119" cy="320087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>
                <a:effectLst/>
              </a:rPr>
              <a:t>Donec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09EA0A7-7391-DA8D-A1B2-63BC35272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DF21166A-D510-6147-B93E-9CA0A6DF3970}" type="datetimeyyyy">
              <a:rPr lang="en-GB" smtClean="0"/>
              <a:t>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89868B0-26DD-3943-2B70-F822039FD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57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bg>
      <p:bgPr>
        <a:solidFill>
          <a:srgbClr val="F4F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028677" cy="480131"/>
          </a:xfrm>
          <a:noFill/>
        </p:spPr>
        <p:txBody>
          <a:bodyPr anchor="t">
            <a:spAutoFit/>
          </a:bodyPr>
          <a:lstStyle>
            <a:lvl1pPr algn="l">
              <a:defRPr sz="2800"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Dui sit ante </a:t>
            </a:r>
            <a:r>
              <a:rPr lang="en-GB" err="1">
                <a:effectLst/>
              </a:rPr>
              <a:t>eleifend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DAC58FC-BBF1-F5F5-AF63-A2AE1DDBBA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268" y="1343456"/>
            <a:ext cx="89732" cy="5195455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F340347-BFE0-BFAB-23EA-B218643884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3456" y="1343456"/>
            <a:ext cx="5214257" cy="4167295"/>
          </a:xfrm>
        </p:spPr>
        <p:txBody>
          <a:bodyPr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>
                <a:effectLst/>
              </a:rPr>
              <a:t>Donec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09EA0A7-7391-DA8D-A1B2-63BC35272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DF21166A-D510-6147-B93E-9CA0A6DF3970}" type="datetimeyyyy">
              <a:rPr lang="en-GB" smtClean="0"/>
              <a:t>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89868B0-26DD-3943-2B70-F822039FD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48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028677" cy="480131"/>
          </a:xfrm>
          <a:noFill/>
        </p:spPr>
        <p:txBody>
          <a:bodyPr anchor="t">
            <a:spAutoFit/>
          </a:bodyPr>
          <a:lstStyle>
            <a:lvl1pPr algn="l">
              <a:defRPr sz="28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Dui sit ante </a:t>
            </a:r>
            <a:r>
              <a:rPr lang="en-GB" err="1">
                <a:effectLst/>
              </a:rPr>
              <a:t>eleifend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F340347-BFE0-BFAB-23EA-B218643884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3456" y="2340745"/>
            <a:ext cx="5214257" cy="3200876"/>
          </a:xfrm>
        </p:spPr>
        <p:txBody>
          <a:bodyPr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C23E5CD-9F84-5826-CDD6-07BBAD7934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07282" y="2316361"/>
            <a:ext cx="86605" cy="4079104"/>
          </a:xfrm>
          <a:prstGeom prst="rect">
            <a:avLst/>
          </a:prstGeom>
        </p:spPr>
      </p:pic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A4FC0302-285A-6460-7795-25DE80B638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0482" y="2365129"/>
            <a:ext cx="4917232" cy="3200876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01C0663-D135-81F2-DA67-8FF3613D1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1294C297-F1C5-FF46-A931-3CC60623CCDD}" type="datetimeyyyy">
              <a:rPr lang="en-GB" smtClean="0"/>
              <a:t>2026</a:t>
            </a:fld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CF5F663-31D0-A6F1-A675-404C9BB01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46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503294" cy="867930"/>
          </a:xfrm>
          <a:noFill/>
        </p:spPr>
        <p:txBody>
          <a:bodyPr wrap="square" anchor="t">
            <a:spAutoFit/>
          </a:bodyPr>
          <a:lstStyle>
            <a:lvl1pPr algn="l">
              <a:defRPr sz="28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Cras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in,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.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EF376BF3-AC57-C21B-700E-0D2F5AEB5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867" y="6353855"/>
            <a:ext cx="783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206ABA29-DA57-DC43-AD7D-7FBD0D531EF8}" type="datetimeyyyy">
              <a:rPr lang="en-GB" smtClean="0"/>
              <a:t>2026</a:t>
            </a:fld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4893A216-A290-DD86-7C62-00B8EFD99630}"/>
              </a:ext>
            </a:extLst>
          </p:cNvPr>
          <p:cNvSpPr txBox="1">
            <a:spLocks/>
          </p:cNvSpPr>
          <p:nvPr userDrawn="1"/>
        </p:nvSpPr>
        <p:spPr>
          <a:xfrm>
            <a:off x="428883" y="6353855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B8D0D2-AFA4-6444-8A99-3A1D63DD3225}" type="slidenum">
              <a:rPr lang="en-US" sz="900" smtClean="0"/>
              <a:pPr/>
              <a:t>‹#›</a:t>
            </a:fld>
            <a:endParaRPr lang="en-US" sz="90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8A985D48-D850-98FC-8B13-43C115AC19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51399" y="2828326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7E554BD-99E0-0B0F-4E0B-331D5C7313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2082" y="2828325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AB2AEFFC-DF9C-0742-47B3-871E966B3A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5699" y="2828324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EED80F-F323-0683-FF75-BF6DA06F52A8}"/>
              </a:ext>
            </a:extLst>
          </p:cNvPr>
          <p:cNvSpPr txBox="1"/>
          <p:nvPr userDrawn="1"/>
        </p:nvSpPr>
        <p:spPr>
          <a:xfrm>
            <a:off x="4630994" y="6961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058AABB3-EE11-87A7-D97C-A1D9C7AD23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7782" y="2828323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760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bg>
      <p:bgPr>
        <a:solidFill>
          <a:srgbClr val="F4F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503294" cy="867930"/>
          </a:xfrm>
          <a:noFill/>
        </p:spPr>
        <p:txBody>
          <a:bodyPr wrap="square" anchor="t">
            <a:spAutoFit/>
          </a:bodyPr>
          <a:lstStyle>
            <a:lvl1pPr algn="l">
              <a:defRPr sz="2800"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Cras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in,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.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30E99A9E-F594-90A6-EEAE-9C601D0985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965" y="2828326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8A985D48-D850-98FC-8B13-43C115AC19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51399" y="2828326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7E554BD-99E0-0B0F-4E0B-331D5C7313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2082" y="2828325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AB2AEFFC-DF9C-0742-47B3-871E966B3A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5699" y="2828324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1B2505C-784E-C85F-0F05-01CA451A3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E3144767-4C38-454E-ABF8-7B7985CB2B90}" type="datetimeyyyy">
              <a:rPr lang="en-GB" smtClean="0"/>
              <a:t>2026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07DC1B1-F468-D633-A078-8764C6790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3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bg>
      <p:bgPr>
        <a:solidFill>
          <a:srgbClr val="F4F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503294" cy="867930"/>
          </a:xfrm>
          <a:noFill/>
        </p:spPr>
        <p:txBody>
          <a:bodyPr wrap="square" anchor="t">
            <a:spAutoFit/>
          </a:bodyPr>
          <a:lstStyle>
            <a:lvl1pPr algn="l">
              <a:defRPr sz="2800"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Cras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in,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.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30E99A9E-F594-90A6-EEAE-9C601D0985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965" y="2828326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8A985D48-D850-98FC-8B13-43C115AC19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51399" y="2828326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7E554BD-99E0-0B0F-4E0B-331D5C7313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2082" y="2828325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AB2AEFFC-DF9C-0742-47B3-871E966B3A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5699" y="2828324"/>
            <a:ext cx="2608860" cy="2554545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11111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Non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et </a:t>
            </a:r>
            <a:r>
              <a:rPr lang="en-GB" err="1">
                <a:effectLst/>
              </a:rPr>
              <a:t>sagittis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</a:p>
          <a:p>
            <a:pPr lvl="0"/>
            <a:r>
              <a:rPr lang="en-GB" err="1">
                <a:effectLst/>
              </a:rPr>
              <a:t>Fnec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morbi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viverra</a:t>
            </a:r>
            <a:r>
              <a:rPr lang="en-GB">
                <a:effectLst/>
              </a:rPr>
              <a:t> in a </a:t>
            </a:r>
            <a:r>
              <a:rPr lang="en-GB" err="1">
                <a:effectLst/>
              </a:rPr>
              <a:t>nisl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quis</a:t>
            </a:r>
            <a:r>
              <a:rPr lang="en-GB">
                <a:effectLst/>
              </a:rPr>
              <a:t> at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elementum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ornare</a:t>
            </a:r>
            <a:r>
              <a:rPr lang="en-GB">
                <a:effectLst/>
              </a:rPr>
              <a:t> auctor.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vitae </a:t>
            </a:r>
            <a:r>
              <a:rPr lang="en-GB" err="1">
                <a:effectLst/>
              </a:rPr>
              <a:t>congue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etiam</a:t>
            </a:r>
            <a:r>
              <a:rPr lang="en-GB">
                <a:effectLst/>
              </a:rPr>
              <a:t> libero </a:t>
            </a:r>
            <a:r>
              <a:rPr lang="en-GB" err="1">
                <a:effectLst/>
              </a:rPr>
              <a:t>suspendissNon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in non </a:t>
            </a:r>
            <a:r>
              <a:rPr lang="en-GB" err="1">
                <a:effectLst/>
              </a:rPr>
              <a:t>proin</a:t>
            </a:r>
            <a:r>
              <a:rPr lang="en-GB">
                <a:effectLst/>
              </a:rPr>
              <a:t>. Mattis </a:t>
            </a:r>
            <a:r>
              <a:rPr lang="en-GB" err="1">
                <a:effectLst/>
              </a:rPr>
              <a:t>pellentesque</a:t>
            </a:r>
            <a:r>
              <a:rPr lang="en-GB">
                <a:effectLst/>
              </a:rPr>
              <a:t> lorem </a:t>
            </a:r>
            <a:r>
              <a:rPr lang="en-GB" err="1">
                <a:effectLst/>
              </a:rPr>
              <a:t>donec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id. Mauris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enim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tempor</a:t>
            </a:r>
            <a:r>
              <a:rPr lang="en-GB">
                <a:effectLst/>
              </a:rPr>
              <a:t>. Quam a </a:t>
            </a:r>
            <a:r>
              <a:rPr lang="en-GB" err="1">
                <a:effectLst/>
              </a:rPr>
              <a:t>volutpat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duis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faucibus</a:t>
            </a:r>
            <a:r>
              <a:rPr lang="en-GB">
                <a:effectLst/>
              </a:rPr>
              <a:t> a </a:t>
            </a:r>
            <a:r>
              <a:rPr lang="en-GB" err="1">
                <a:effectLst/>
              </a:rPr>
              <a:t>sapien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1B2505C-784E-C85F-0F05-01CA451A3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E3144767-4C38-454E-ABF8-7B7985CB2B90}" type="datetimeyyyy">
              <a:rPr lang="en-GB" smtClean="0"/>
              <a:t>2026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07DC1B1-F468-D633-A078-8764C6790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9CEEE15-F565-9D75-4AC6-C7598C54BA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2676"/>
          <a:stretch>
            <a:fillRect/>
          </a:stretch>
        </p:blipFill>
        <p:spPr>
          <a:xfrm>
            <a:off x="9021220" y="5909733"/>
            <a:ext cx="3170780" cy="83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5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bg>
      <p:bgPr>
        <a:solidFill>
          <a:srgbClr val="F4F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503294" cy="867930"/>
          </a:xfrm>
          <a:noFill/>
        </p:spPr>
        <p:txBody>
          <a:bodyPr wrap="square" anchor="t">
            <a:spAutoFit/>
          </a:bodyPr>
          <a:lstStyle>
            <a:lvl1pPr algn="l">
              <a:defRPr sz="2800" b="1" i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Cras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in, </a:t>
            </a:r>
            <a:r>
              <a:rPr lang="en-GB" err="1">
                <a:effectLst/>
              </a:rPr>
              <a:t>egestas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.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1B2505C-784E-C85F-0F05-01CA451A3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E3144767-4C38-454E-ABF8-7B7985CB2B90}" type="datetimeyyyy">
              <a:rPr lang="en-GB" smtClean="0"/>
              <a:t>2026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07DC1B1-F468-D633-A078-8764C6790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53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6878722" cy="480131"/>
          </a:xfrm>
          <a:noFill/>
        </p:spPr>
        <p:txBody>
          <a:bodyPr wrap="square" anchor="t">
            <a:spAutoFit/>
          </a:bodyPr>
          <a:lstStyle>
            <a:lvl1pPr algn="l">
              <a:defRPr sz="28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In a way that best suits our clients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30E99A9E-F594-90A6-EEAE-9C601D0985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1845" y="4967207"/>
            <a:ext cx="2608860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 customized to your needs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6386DE-93E8-C61D-4F77-6E9E6B7747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6753" y="2149999"/>
            <a:ext cx="1016896" cy="884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061E09A-1939-BB41-E219-8B66517A37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0320" y="2302709"/>
            <a:ext cx="1016896" cy="8847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A23B6FE-CE17-A159-C0E7-4823964AA4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9220" y="2232138"/>
            <a:ext cx="884700" cy="1016896"/>
          </a:xfrm>
          <a:prstGeom prst="rect">
            <a:avLst/>
          </a:prstGeom>
        </p:spPr>
      </p:pic>
      <p:pic>
        <p:nvPicPr>
          <p:cNvPr id="19" name="Picture 18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26489CE0-83C8-55CF-34F4-118375A6E55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99375" y="4963925"/>
            <a:ext cx="234950" cy="234950"/>
          </a:xfrm>
          <a:prstGeom prst="rect">
            <a:avLst/>
          </a:prstGeom>
        </p:spPr>
      </p:pic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7C694C0A-609C-5789-64F7-1A27D2813F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24447" y="4025828"/>
            <a:ext cx="1118586" cy="318630"/>
          </a:xfrm>
          <a:prstGeom prst="roundRect">
            <a:avLst>
              <a:gd name="adj" fmla="val 50000"/>
            </a:avLst>
          </a:prstGeom>
          <a:ln>
            <a:solidFill>
              <a:srgbClr val="FF8330"/>
            </a:solidFill>
          </a:ln>
        </p:spPr>
        <p:txBody>
          <a:bodyPr wrap="square" lIns="144000" tIns="36000" rIns="72000" bIns="36000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FIXED COST</a:t>
            </a:r>
            <a:endParaRPr lang="en-US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E3B0659C-08A6-4DDF-86B9-71102165B0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968" y="4433176"/>
            <a:ext cx="1725280" cy="318630"/>
          </a:xfrm>
          <a:prstGeom prst="roundRect">
            <a:avLst>
              <a:gd name="adj" fmla="val 50000"/>
            </a:avLst>
          </a:prstGeom>
          <a:ln>
            <a:solidFill>
              <a:srgbClr val="FF8330"/>
            </a:solidFill>
          </a:ln>
        </p:spPr>
        <p:txBody>
          <a:bodyPr wrap="square" lIns="144000" tIns="36000" rIns="72000" bIns="36000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FIXED DELIVERABLE</a:t>
            </a:r>
            <a:endParaRPr lang="en-US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97CD35B4-8D9E-BC09-2B69-93CE2EF1F8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2763" y="3437376"/>
            <a:ext cx="2608860" cy="400110"/>
          </a:xfrm>
        </p:spPr>
        <p:txBody>
          <a:bodyPr wrap="square">
            <a:spAutoFit/>
          </a:bodyPr>
          <a:lstStyle>
            <a:lvl1pPr marL="0" algn="ctr"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rgbClr val="FF8330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</a:t>
            </a:r>
            <a:endParaRPr lang="en-US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45CA2F15-4B48-5DB0-89EC-E718246431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5307" y="5347496"/>
            <a:ext cx="2608860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One-off commitment</a:t>
            </a:r>
            <a:endParaRPr lang="en-US"/>
          </a:p>
        </p:txBody>
      </p:sp>
      <p:pic>
        <p:nvPicPr>
          <p:cNvPr id="27" name="Picture 26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F940A3B2-2851-2336-70F7-ECC38DC74E1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92837" y="5344214"/>
            <a:ext cx="234950" cy="234950"/>
          </a:xfrm>
          <a:prstGeom prst="rect">
            <a:avLst/>
          </a:prstGeom>
        </p:spPr>
      </p:pic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8782B71A-CE80-0FBC-7BC8-820315120F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5307" y="5727785"/>
            <a:ext cx="2608860" cy="400110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Key documentation shared with you to support moving forwards</a:t>
            </a:r>
            <a:endParaRPr lang="en-US"/>
          </a:p>
        </p:txBody>
      </p:sp>
      <p:pic>
        <p:nvPicPr>
          <p:cNvPr id="29" name="Picture 28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4DBF49CD-83E2-5D03-DFA4-24BDC66FBAA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92837" y="5724503"/>
            <a:ext cx="234950" cy="234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6C6CDDD-20C1-C5E0-DCC5-4F1706855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129404" y="2316361"/>
            <a:ext cx="86606" cy="407910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B5DD1500-1365-09D5-92D7-3FF28124DE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961827" y="2316361"/>
            <a:ext cx="86605" cy="4079104"/>
          </a:xfrm>
          <a:prstGeom prst="rect">
            <a:avLst/>
          </a:prstGeom>
        </p:spPr>
      </p:pic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B8D6A152-47D6-5216-1E7C-04E1E03E11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50823" y="4967207"/>
            <a:ext cx="2608860" cy="400110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Flex the type of resource needed – tracking, insights or test build</a:t>
            </a:r>
            <a:endParaRPr lang="en-US"/>
          </a:p>
        </p:txBody>
      </p:sp>
      <p:pic>
        <p:nvPicPr>
          <p:cNvPr id="33" name="Picture 32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D2E96250-0388-2A64-16C9-8F28F31D4CE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38353" y="4963925"/>
            <a:ext cx="234950" cy="234950"/>
          </a:xfrm>
          <a:prstGeom prst="rect">
            <a:avLst/>
          </a:prstGeom>
        </p:spPr>
      </p:pic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2A242280-B045-8FDC-3A17-EEFD8490B8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68763" y="4025828"/>
            <a:ext cx="1634402" cy="318630"/>
          </a:xfrm>
          <a:prstGeom prst="roundRect">
            <a:avLst>
              <a:gd name="adj" fmla="val 50000"/>
            </a:avLst>
          </a:prstGeom>
          <a:ln>
            <a:solidFill>
              <a:srgbClr val="00E6FF"/>
            </a:solidFill>
          </a:ln>
        </p:spPr>
        <p:txBody>
          <a:bodyPr wrap="square" lIns="144000" tIns="36000" rIns="72000" bIns="36000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MONTHLY RETAINER</a:t>
            </a:r>
            <a:endParaRPr lang="en-US"/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56B90E1A-5997-8D1E-634E-A82D3EFE2CC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34081" y="4433176"/>
            <a:ext cx="1503765" cy="318630"/>
          </a:xfrm>
          <a:prstGeom prst="roundRect">
            <a:avLst>
              <a:gd name="adj" fmla="val 50000"/>
            </a:avLst>
          </a:prstGeom>
          <a:ln>
            <a:solidFill>
              <a:srgbClr val="00E6FF"/>
            </a:solidFill>
          </a:ln>
        </p:spPr>
        <p:txBody>
          <a:bodyPr wrap="square" lIns="144000" tIns="36000" rIns="72000" bIns="36000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FLEXIBLE OUTPUT</a:t>
            </a:r>
            <a:endParaRPr lang="en-US"/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9D82095E-08E7-C11A-E203-1392971339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51741" y="3437376"/>
            <a:ext cx="2608860" cy="400110"/>
          </a:xfrm>
        </p:spPr>
        <p:txBody>
          <a:bodyPr wrap="square">
            <a:spAutoFit/>
          </a:bodyPr>
          <a:lstStyle>
            <a:lvl1pPr marL="0" algn="ctr"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rgbClr val="00E6FF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Outsourced team</a:t>
            </a:r>
            <a:endParaRPr lang="en-US"/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759946DC-5AE4-A966-8959-8F311D307A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44285" y="5516830"/>
            <a:ext cx="2608860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Guaranteed resource for you</a:t>
            </a:r>
            <a:endParaRPr lang="en-US"/>
          </a:p>
        </p:txBody>
      </p:sp>
      <p:pic>
        <p:nvPicPr>
          <p:cNvPr id="38" name="Picture 37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01B61466-B304-2996-2F68-B18141986D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31815" y="5513548"/>
            <a:ext cx="234950" cy="234950"/>
          </a:xfrm>
          <a:prstGeom prst="rect">
            <a:avLst/>
          </a:prstGeom>
        </p:spPr>
      </p:pic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E6EA2979-0145-2E95-C6D6-45E5EE642D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44285" y="5897119"/>
            <a:ext cx="2608860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Ongoing maintenance of documentation</a:t>
            </a:r>
            <a:endParaRPr lang="en-US"/>
          </a:p>
        </p:txBody>
      </p:sp>
      <p:pic>
        <p:nvPicPr>
          <p:cNvPr id="40" name="Picture 39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CE7A5C26-2A73-91DD-BCDD-29E0BC47F44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31815" y="5893837"/>
            <a:ext cx="234950" cy="234950"/>
          </a:xfrm>
          <a:prstGeom prst="rect">
            <a:avLst/>
          </a:prstGeom>
        </p:spPr>
      </p:pic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650E3BE0-A821-07D7-37B9-98114671F2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18971" y="4946564"/>
            <a:ext cx="2608860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Pay for what you need in each month</a:t>
            </a:r>
            <a:endParaRPr lang="en-US"/>
          </a:p>
        </p:txBody>
      </p:sp>
      <p:pic>
        <p:nvPicPr>
          <p:cNvPr id="42" name="Picture 41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1F5032DC-E52A-7B3B-B8E1-A70D9E78E55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706501" y="4943282"/>
            <a:ext cx="234950" cy="234950"/>
          </a:xfrm>
          <a:prstGeom prst="rect">
            <a:avLst/>
          </a:prstGeom>
        </p:spPr>
      </p:pic>
      <p:sp>
        <p:nvSpPr>
          <p:cNvPr id="43" name="Text Placeholder 18">
            <a:extLst>
              <a:ext uri="{FF2B5EF4-FFF2-40B4-BE49-F238E27FC236}">
                <a16:creationId xmlns:a16="http://schemas.microsoft.com/office/drawing/2014/main" id="{E03595A8-5314-534F-29D8-2D35B8A3D1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31573" y="4005185"/>
            <a:ext cx="1335980" cy="318630"/>
          </a:xfrm>
          <a:prstGeom prst="roundRect">
            <a:avLst>
              <a:gd name="adj" fmla="val 50000"/>
            </a:avLst>
          </a:prstGeom>
          <a:ln>
            <a:solidFill>
              <a:srgbClr val="00FF46"/>
            </a:solidFill>
          </a:ln>
        </p:spPr>
        <p:txBody>
          <a:bodyPr wrap="square" lIns="144000" tIns="36000" rIns="72000" bIns="36000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VARIABLE TIME</a:t>
            </a:r>
            <a:endParaRPr lang="en-US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199225B5-8F8E-864B-F035-34021D309BE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43931" y="4412533"/>
            <a:ext cx="1511264" cy="318630"/>
          </a:xfrm>
          <a:prstGeom prst="roundRect">
            <a:avLst>
              <a:gd name="adj" fmla="val 50000"/>
            </a:avLst>
          </a:prstGeom>
          <a:ln>
            <a:solidFill>
              <a:srgbClr val="00FF46"/>
            </a:solidFill>
          </a:ln>
        </p:spPr>
        <p:txBody>
          <a:bodyPr wrap="square" lIns="144000" tIns="36000" rIns="72000" bIns="36000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FLEXIBLE OUTPUT</a:t>
            </a:r>
            <a:endParaRPr lang="en-US"/>
          </a:p>
        </p:txBody>
      </p:sp>
      <p:sp>
        <p:nvSpPr>
          <p:cNvPr id="45" name="Text Placeholder 18">
            <a:extLst>
              <a:ext uri="{FF2B5EF4-FFF2-40B4-BE49-F238E27FC236}">
                <a16:creationId xmlns:a16="http://schemas.microsoft.com/office/drawing/2014/main" id="{9953A898-24BC-0630-3A9B-388B37704E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889" y="3416733"/>
            <a:ext cx="2608860" cy="400110"/>
          </a:xfrm>
        </p:spPr>
        <p:txBody>
          <a:bodyPr wrap="square">
            <a:spAutoFit/>
          </a:bodyPr>
          <a:lstStyle>
            <a:lvl1pPr marL="0" algn="ctr"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rgbClr val="00FF46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Time &amp; materials</a:t>
            </a:r>
            <a:endParaRPr lang="en-US"/>
          </a:p>
        </p:txBody>
      </p:sp>
      <p:sp>
        <p:nvSpPr>
          <p:cNvPr id="46" name="Text Placeholder 18">
            <a:extLst>
              <a:ext uri="{FF2B5EF4-FFF2-40B4-BE49-F238E27FC236}">
                <a16:creationId xmlns:a16="http://schemas.microsoft.com/office/drawing/2014/main" id="{DE7112B2-2AA8-B0D3-8B76-EEB4CEFC259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12433" y="5326853"/>
            <a:ext cx="2608860" cy="400110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Flex the type of resource needed – tracking, insights or test build</a:t>
            </a:r>
            <a:endParaRPr lang="en-US"/>
          </a:p>
        </p:txBody>
      </p:sp>
      <p:pic>
        <p:nvPicPr>
          <p:cNvPr id="47" name="Picture 46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E3DB1DFE-D5C9-703F-43D7-4601CE9451F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699963" y="5323571"/>
            <a:ext cx="234950" cy="234950"/>
          </a:xfrm>
          <a:prstGeom prst="rect">
            <a:avLst/>
          </a:prstGeom>
        </p:spPr>
      </p:pic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F4A7CC15-9EF6-2BAE-D0F2-102D75A28A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12433" y="5865186"/>
            <a:ext cx="2608860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Ongoing maintenance of documentation</a:t>
            </a:r>
            <a:endParaRPr lang="en-US"/>
          </a:p>
        </p:txBody>
      </p:sp>
      <p:pic>
        <p:nvPicPr>
          <p:cNvPr id="49" name="Picture 48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57FA7B26-E721-B06C-0C5B-8AD5547F0BC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699963" y="5861904"/>
            <a:ext cx="234950" cy="234950"/>
          </a:xfrm>
          <a:prstGeom prst="rect">
            <a:avLst/>
          </a:prstGeom>
        </p:spPr>
      </p:pic>
      <p:sp>
        <p:nvSpPr>
          <p:cNvPr id="51" name="Date Placeholder 3">
            <a:extLst>
              <a:ext uri="{FF2B5EF4-FFF2-40B4-BE49-F238E27FC236}">
                <a16:creationId xmlns:a16="http://schemas.microsoft.com/office/drawing/2014/main" id="{35CB761F-314A-3D0D-6442-E3517DF7F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1A3AE190-0026-D94E-9575-35A7EAA911D3}" type="datetimeyyyy">
              <a:rPr lang="en-GB" smtClean="0"/>
              <a:t>2026</a:t>
            </a:fld>
            <a:endParaRPr lang="en-US"/>
          </a:p>
        </p:txBody>
      </p:sp>
      <p:sp>
        <p:nvSpPr>
          <p:cNvPr id="52" name="Slide Number Placeholder 5">
            <a:extLst>
              <a:ext uri="{FF2B5EF4-FFF2-40B4-BE49-F238E27FC236}">
                <a16:creationId xmlns:a16="http://schemas.microsoft.com/office/drawing/2014/main" id="{41B0E33E-0FEF-4E12-FDAB-FF088680F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011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EF376BF3-AC57-C21B-700E-0D2F5AEB5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867" y="6353855"/>
            <a:ext cx="783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AA3483BD-F482-284D-A073-33606E22FCE0}" type="datetimeyyyy">
              <a:rPr lang="en-GB" smtClean="0"/>
              <a:t>2026</a:t>
            </a:fld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4893A216-A290-DD86-7C62-00B8EFD99630}"/>
              </a:ext>
            </a:extLst>
          </p:cNvPr>
          <p:cNvSpPr txBox="1">
            <a:spLocks/>
          </p:cNvSpPr>
          <p:nvPr userDrawn="1"/>
        </p:nvSpPr>
        <p:spPr>
          <a:xfrm>
            <a:off x="428883" y="6353855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B8D0D2-AFA4-6444-8A99-3A1D63DD32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30E99A9E-F594-90A6-EEAE-9C601D0985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3382" y="4688571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Implementation </a:t>
            </a:r>
            <a:endParaRPr lang="en-US"/>
          </a:p>
        </p:txBody>
      </p:sp>
      <p:pic>
        <p:nvPicPr>
          <p:cNvPr id="19" name="Picture 18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26489CE0-83C8-55CF-34F4-118375A6E5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0912" y="4685289"/>
            <a:ext cx="234950" cy="234950"/>
          </a:xfrm>
          <a:prstGeom prst="rect">
            <a:avLst/>
          </a:prstGeom>
        </p:spPr>
      </p:pic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45CA2F15-4B48-5DB0-89EC-E718246431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844" y="5068860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27" name="Picture 26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F940A3B2-2851-2336-70F7-ECC38DC74E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4374" y="5065578"/>
            <a:ext cx="234950" cy="234950"/>
          </a:xfrm>
          <a:prstGeom prst="rect">
            <a:avLst/>
          </a:prstGeom>
        </p:spPr>
      </p:pic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8782B71A-CE80-0FBC-7BC8-820315120F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844" y="5449149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Data Dictionary (SDR) </a:t>
            </a:r>
            <a:endParaRPr lang="en-US"/>
          </a:p>
        </p:txBody>
      </p:sp>
      <p:pic>
        <p:nvPicPr>
          <p:cNvPr id="29" name="Picture 28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4DBF49CD-83E2-5D03-DFA4-24BDC66FBA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4374" y="5445867"/>
            <a:ext cx="234950" cy="234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A6C6CDDD-20C1-C5E0-DCC5-4F1706855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3300250" y="2244235"/>
            <a:ext cx="86606" cy="407910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1240B3-7761-2DB3-CDCF-AE2B04D71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525814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Heading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EC6F3CD-C67E-EE6D-0B5D-DD0396C864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789" y="2072753"/>
            <a:ext cx="1677928" cy="167792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2684A0E-28FD-BAA9-D8C2-D1DFC1FE41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09477" y="2266426"/>
            <a:ext cx="1253553" cy="125355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B637E66-91B6-A3AA-D856-974FD08C9C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8699" y="2034618"/>
            <a:ext cx="1754197" cy="175419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226B69D-FCFA-F7AE-08E1-EB8032E1E0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1290" y="2312640"/>
            <a:ext cx="1212684" cy="1212684"/>
          </a:xfrm>
          <a:prstGeom prst="rect">
            <a:avLst/>
          </a:prstGeom>
        </p:spPr>
      </p:pic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9B985321-BB38-BB45-A5B6-5E31BF029D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6405" y="4190896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674EA278-A69D-2E89-E736-E0754F7A59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1709" y="5832771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Data Dictionary (SDR) </a:t>
            </a:r>
            <a:endParaRPr lang="en-US"/>
          </a:p>
        </p:txBody>
      </p:sp>
      <p:pic>
        <p:nvPicPr>
          <p:cNvPr id="22" name="Picture 21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8177807C-CD5E-8D19-B3E5-6EDBC9EE56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9239" y="5829489"/>
            <a:ext cx="234950" cy="234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6F37085-521C-A0E6-D8E4-E9BDFB6084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332746" y="2312640"/>
            <a:ext cx="86606" cy="4079104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FE64E22E-2860-E689-597F-74482DBDBD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171170" y="2244235"/>
            <a:ext cx="86606" cy="407910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3380014F-26E6-56B5-7562-1D8CFE04C5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130088" y="2244235"/>
            <a:ext cx="86606" cy="4079104"/>
          </a:xfrm>
          <a:prstGeom prst="rect">
            <a:avLst/>
          </a:prstGeom>
        </p:spPr>
      </p:pic>
      <p:sp>
        <p:nvSpPr>
          <p:cNvPr id="57" name="Text Placeholder 18">
            <a:extLst>
              <a:ext uri="{FF2B5EF4-FFF2-40B4-BE49-F238E27FC236}">
                <a16:creationId xmlns:a16="http://schemas.microsoft.com/office/drawing/2014/main" id="{E578CD7D-62E2-B9DB-59D4-915544812D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09730" y="4674018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Implementation </a:t>
            </a:r>
            <a:endParaRPr lang="en-US"/>
          </a:p>
        </p:txBody>
      </p:sp>
      <p:pic>
        <p:nvPicPr>
          <p:cNvPr id="58" name="Picture 57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BF531787-7CA0-A8AC-B213-958F9C3029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97260" y="4670736"/>
            <a:ext cx="234950" cy="234950"/>
          </a:xfrm>
          <a:prstGeom prst="rect">
            <a:avLst/>
          </a:prstGeom>
        </p:spPr>
      </p:pic>
      <p:sp>
        <p:nvSpPr>
          <p:cNvPr id="59" name="Text Placeholder 18">
            <a:extLst>
              <a:ext uri="{FF2B5EF4-FFF2-40B4-BE49-F238E27FC236}">
                <a16:creationId xmlns:a16="http://schemas.microsoft.com/office/drawing/2014/main" id="{4BCF4C86-1832-CA9B-5E54-2F0C8264F4A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03192" y="5054307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60" name="Picture 59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AD65B22C-C2F5-CEF5-5C3A-487E82866B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90722" y="5051025"/>
            <a:ext cx="234950" cy="234950"/>
          </a:xfrm>
          <a:prstGeom prst="rect">
            <a:avLst/>
          </a:prstGeom>
        </p:spPr>
      </p:pic>
      <p:sp>
        <p:nvSpPr>
          <p:cNvPr id="61" name="Text Placeholder 18">
            <a:extLst>
              <a:ext uri="{FF2B5EF4-FFF2-40B4-BE49-F238E27FC236}">
                <a16:creationId xmlns:a16="http://schemas.microsoft.com/office/drawing/2014/main" id="{58E352A2-4506-6419-75D2-00DE1EB83D0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3192" y="5434596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Data Dictionary (SDR) </a:t>
            </a:r>
            <a:endParaRPr lang="en-US"/>
          </a:p>
        </p:txBody>
      </p:sp>
      <p:pic>
        <p:nvPicPr>
          <p:cNvPr id="62" name="Picture 61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2627AD94-AE85-FA14-5323-60437C3E07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90722" y="5431314"/>
            <a:ext cx="234950" cy="234950"/>
          </a:xfrm>
          <a:prstGeom prst="rect">
            <a:avLst/>
          </a:prstGeom>
        </p:spPr>
      </p:pic>
      <p:sp>
        <p:nvSpPr>
          <p:cNvPr id="63" name="Text Placeholder 18">
            <a:extLst>
              <a:ext uri="{FF2B5EF4-FFF2-40B4-BE49-F238E27FC236}">
                <a16:creationId xmlns:a16="http://schemas.microsoft.com/office/drawing/2014/main" id="{FF7DA623-A04A-FC1B-EDF4-0DB923C77C1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22753" y="4176343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64" name="Text Placeholder 18">
            <a:extLst>
              <a:ext uri="{FF2B5EF4-FFF2-40B4-BE49-F238E27FC236}">
                <a16:creationId xmlns:a16="http://schemas.microsoft.com/office/drawing/2014/main" id="{EBD73697-75C6-B61E-7981-10DD978696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98057" y="5818218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Data Dictionary (SDR) </a:t>
            </a:r>
            <a:endParaRPr lang="en-US"/>
          </a:p>
        </p:txBody>
      </p:sp>
      <p:pic>
        <p:nvPicPr>
          <p:cNvPr id="65" name="Picture 64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81E55ACE-4CB5-242D-63B8-1A5DBBA17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5587" y="5814936"/>
            <a:ext cx="234950" cy="234950"/>
          </a:xfrm>
          <a:prstGeom prst="rect">
            <a:avLst/>
          </a:prstGeom>
        </p:spPr>
      </p:pic>
      <p:sp>
        <p:nvSpPr>
          <p:cNvPr id="66" name="Text Placeholder 18">
            <a:extLst>
              <a:ext uri="{FF2B5EF4-FFF2-40B4-BE49-F238E27FC236}">
                <a16:creationId xmlns:a16="http://schemas.microsoft.com/office/drawing/2014/main" id="{9D629DEE-8797-D23C-8F29-EED9C83416E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28549" y="4659465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Implementation </a:t>
            </a:r>
            <a:endParaRPr lang="en-US"/>
          </a:p>
        </p:txBody>
      </p:sp>
      <p:pic>
        <p:nvPicPr>
          <p:cNvPr id="67" name="Picture 66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9A010D8F-5427-EFC7-EDDD-4FE8F2E602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16079" y="4656183"/>
            <a:ext cx="234950" cy="234950"/>
          </a:xfrm>
          <a:prstGeom prst="rect">
            <a:avLst/>
          </a:prstGeom>
        </p:spPr>
      </p:pic>
      <p:sp>
        <p:nvSpPr>
          <p:cNvPr id="68" name="Text Placeholder 18">
            <a:extLst>
              <a:ext uri="{FF2B5EF4-FFF2-40B4-BE49-F238E27FC236}">
                <a16:creationId xmlns:a16="http://schemas.microsoft.com/office/drawing/2014/main" id="{33CE0A6C-C105-519D-FBC8-20E75A2012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822011" y="5039754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69" name="Picture 68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9FF6F993-FDC2-C0E5-92DC-651A8C0DDB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541" y="5036472"/>
            <a:ext cx="234950" cy="234950"/>
          </a:xfrm>
          <a:prstGeom prst="rect">
            <a:avLst/>
          </a:prstGeom>
        </p:spPr>
      </p:pic>
      <p:sp>
        <p:nvSpPr>
          <p:cNvPr id="70" name="Text Placeholder 18">
            <a:extLst>
              <a:ext uri="{FF2B5EF4-FFF2-40B4-BE49-F238E27FC236}">
                <a16:creationId xmlns:a16="http://schemas.microsoft.com/office/drawing/2014/main" id="{53783BA1-8D25-7CB2-DD02-13A4271F7FE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22011" y="5420043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Data Dictionary (SDR) </a:t>
            </a:r>
            <a:endParaRPr lang="en-US"/>
          </a:p>
        </p:txBody>
      </p:sp>
      <p:pic>
        <p:nvPicPr>
          <p:cNvPr id="71" name="Picture 70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68B586C7-AF1A-3B60-BC2D-881EE436AD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541" y="5416761"/>
            <a:ext cx="234950" cy="234950"/>
          </a:xfrm>
          <a:prstGeom prst="rect">
            <a:avLst/>
          </a:prstGeom>
        </p:spPr>
      </p:pic>
      <p:sp>
        <p:nvSpPr>
          <p:cNvPr id="72" name="Text Placeholder 18">
            <a:extLst>
              <a:ext uri="{FF2B5EF4-FFF2-40B4-BE49-F238E27FC236}">
                <a16:creationId xmlns:a16="http://schemas.microsoft.com/office/drawing/2014/main" id="{9E8CF055-5F1A-C350-CD7B-A980CC7B33F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41572" y="4161790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73" name="Text Placeholder 18">
            <a:extLst>
              <a:ext uri="{FF2B5EF4-FFF2-40B4-BE49-F238E27FC236}">
                <a16:creationId xmlns:a16="http://schemas.microsoft.com/office/drawing/2014/main" id="{672D24F9-0135-0490-82A4-6C7CA045CC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816876" y="5803665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Data Dictionary (SDR) </a:t>
            </a:r>
            <a:endParaRPr lang="en-US"/>
          </a:p>
        </p:txBody>
      </p:sp>
      <p:pic>
        <p:nvPicPr>
          <p:cNvPr id="74" name="Picture 73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5D66F09D-9E76-836E-EAC7-19E38B3F04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4406" y="5800383"/>
            <a:ext cx="234950" cy="234950"/>
          </a:xfrm>
          <a:prstGeom prst="rect">
            <a:avLst/>
          </a:prstGeom>
        </p:spPr>
      </p:pic>
      <p:sp>
        <p:nvSpPr>
          <p:cNvPr id="75" name="Text Placeholder 18">
            <a:extLst>
              <a:ext uri="{FF2B5EF4-FFF2-40B4-BE49-F238E27FC236}">
                <a16:creationId xmlns:a16="http://schemas.microsoft.com/office/drawing/2014/main" id="{B857C448-2872-0312-DE34-EB112A7EA09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71062" y="4644912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Implementation </a:t>
            </a:r>
            <a:endParaRPr lang="en-US"/>
          </a:p>
        </p:txBody>
      </p:sp>
      <p:pic>
        <p:nvPicPr>
          <p:cNvPr id="76" name="Picture 75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B54C8D40-F3E8-8AFE-EFD0-023D75058D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58592" y="4641630"/>
            <a:ext cx="234950" cy="234950"/>
          </a:xfrm>
          <a:prstGeom prst="rect">
            <a:avLst/>
          </a:prstGeom>
        </p:spPr>
      </p:pic>
      <p:sp>
        <p:nvSpPr>
          <p:cNvPr id="77" name="Text Placeholder 18">
            <a:extLst>
              <a:ext uri="{FF2B5EF4-FFF2-40B4-BE49-F238E27FC236}">
                <a16:creationId xmlns:a16="http://schemas.microsoft.com/office/drawing/2014/main" id="{062B667E-23CA-2530-7D16-F48BB629564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64524" y="5025201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78" name="Picture 77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93D9A7A3-DF51-D14F-F59E-4A86685BF8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52054" y="5021919"/>
            <a:ext cx="234950" cy="234950"/>
          </a:xfrm>
          <a:prstGeom prst="rect">
            <a:avLst/>
          </a:prstGeom>
        </p:spPr>
      </p:pic>
      <p:sp>
        <p:nvSpPr>
          <p:cNvPr id="79" name="Text Placeholder 18">
            <a:extLst>
              <a:ext uri="{FF2B5EF4-FFF2-40B4-BE49-F238E27FC236}">
                <a16:creationId xmlns:a16="http://schemas.microsoft.com/office/drawing/2014/main" id="{B4868D85-918E-3A40-65D3-19A02DEEDA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64524" y="5405490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Data Dictionary (SDR) </a:t>
            </a:r>
            <a:endParaRPr lang="en-US"/>
          </a:p>
        </p:txBody>
      </p:sp>
      <p:pic>
        <p:nvPicPr>
          <p:cNvPr id="80" name="Picture 79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97360825-13F6-2390-D11B-605BCE2D1E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52054" y="5402208"/>
            <a:ext cx="234950" cy="234950"/>
          </a:xfrm>
          <a:prstGeom prst="rect">
            <a:avLst/>
          </a:prstGeom>
        </p:spPr>
      </p:pic>
      <p:sp>
        <p:nvSpPr>
          <p:cNvPr id="81" name="Text Placeholder 18">
            <a:extLst>
              <a:ext uri="{FF2B5EF4-FFF2-40B4-BE49-F238E27FC236}">
                <a16:creationId xmlns:a16="http://schemas.microsoft.com/office/drawing/2014/main" id="{E2C8B202-ADD9-AD7A-4331-A9E886843A8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84085" y="4147237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82" name="Text Placeholder 18">
            <a:extLst>
              <a:ext uri="{FF2B5EF4-FFF2-40B4-BE49-F238E27FC236}">
                <a16:creationId xmlns:a16="http://schemas.microsoft.com/office/drawing/2014/main" id="{3D8648C8-FA43-21C3-224C-CF9323C61EE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59389" y="5789112"/>
            <a:ext cx="2220079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Data Dictionary (SDR) </a:t>
            </a:r>
            <a:endParaRPr lang="en-US"/>
          </a:p>
        </p:txBody>
      </p:sp>
      <p:pic>
        <p:nvPicPr>
          <p:cNvPr id="83" name="Picture 82" descr="A white tick in a black circle&#10;&#10;AI-generated content may be incorrect.">
            <a:extLst>
              <a:ext uri="{FF2B5EF4-FFF2-40B4-BE49-F238E27FC236}">
                <a16:creationId xmlns:a16="http://schemas.microsoft.com/office/drawing/2014/main" id="{D512B43D-1242-0E46-1114-6807917DD5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46919" y="5785830"/>
            <a:ext cx="234950" cy="23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6176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EF376BF3-AC57-C21B-700E-0D2F5AEB5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867" y="6353855"/>
            <a:ext cx="783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AA3483BD-F482-284D-A073-33606E22FCE0}" type="datetimeyyyy">
              <a:rPr lang="en-GB" smtClean="0"/>
              <a:t>2026</a:t>
            </a:fld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4893A216-A290-DD86-7C62-00B8EFD99630}"/>
              </a:ext>
            </a:extLst>
          </p:cNvPr>
          <p:cNvSpPr txBox="1">
            <a:spLocks/>
          </p:cNvSpPr>
          <p:nvPr userDrawn="1"/>
        </p:nvSpPr>
        <p:spPr>
          <a:xfrm>
            <a:off x="428883" y="6353855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B8D0D2-AFA4-6444-8A99-3A1D63DD322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A6C6CDDD-20C1-C5E0-DCC5-4F1706855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739155" y="2206346"/>
            <a:ext cx="86606" cy="407910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1240B3-7761-2DB3-CDCF-AE2B04D71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525814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Heading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EC6F3CD-C67E-EE6D-0B5D-DD0396C864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9694" y="2034864"/>
            <a:ext cx="1677928" cy="167792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2684A0E-28FD-BAA9-D8C2-D1DFC1FE41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8382" y="2228537"/>
            <a:ext cx="1253553" cy="125355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B637E66-91B6-A3AA-D856-974FD08C9C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7604" y="1996729"/>
            <a:ext cx="1754197" cy="1754197"/>
          </a:xfrm>
          <a:prstGeom prst="rect">
            <a:avLst/>
          </a:prstGeom>
        </p:spPr>
      </p:pic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9B985321-BB38-BB45-A5B6-5E31BF029D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65310" y="4153007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C6F37085-521C-A0E6-D8E4-E9BDFB6084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771651" y="2274751"/>
            <a:ext cx="86606" cy="4079104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FE64E22E-2860-E689-597F-74482DBDBD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610075" y="2206346"/>
            <a:ext cx="86606" cy="4079104"/>
          </a:xfrm>
          <a:prstGeom prst="rect">
            <a:avLst/>
          </a:prstGeom>
        </p:spPr>
      </p:pic>
      <p:sp>
        <p:nvSpPr>
          <p:cNvPr id="63" name="Text Placeholder 18">
            <a:extLst>
              <a:ext uri="{FF2B5EF4-FFF2-40B4-BE49-F238E27FC236}">
                <a16:creationId xmlns:a16="http://schemas.microsoft.com/office/drawing/2014/main" id="{FF7DA623-A04A-FC1B-EDF4-0DB923C77C1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961658" y="4138454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72" name="Text Placeholder 18">
            <a:extLst>
              <a:ext uri="{FF2B5EF4-FFF2-40B4-BE49-F238E27FC236}">
                <a16:creationId xmlns:a16="http://schemas.microsoft.com/office/drawing/2014/main" id="{9E8CF055-5F1A-C350-CD7B-A980CC7B33F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80477" y="4123901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5818548-8F16-C0F6-F0D0-C7901847C4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363311" y="2228537"/>
            <a:ext cx="86606" cy="407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714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525814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Heading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BB096364-E4CE-5719-81CC-8B3B9C650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867" y="6353855"/>
            <a:ext cx="783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E03512F7-A00E-F64B-B9BD-455DCC7B0574}" type="datetimeyyyy">
              <a:rPr lang="en-GB" smtClean="0"/>
              <a:t>2026</a:t>
            </a:fld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305304A-11C6-BEF3-3086-B93734E88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883" y="6353855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21" name="Snip Diagonal Corner of Rectangle 20">
            <a:extLst>
              <a:ext uri="{FF2B5EF4-FFF2-40B4-BE49-F238E27FC236}">
                <a16:creationId xmlns:a16="http://schemas.microsoft.com/office/drawing/2014/main" id="{AD10DE07-6C85-CFBA-2A55-2FF6EE3B64AE}"/>
              </a:ext>
            </a:extLst>
          </p:cNvPr>
          <p:cNvSpPr/>
          <p:nvPr userDrawn="1"/>
        </p:nvSpPr>
        <p:spPr>
          <a:xfrm>
            <a:off x="428883" y="2367032"/>
            <a:ext cx="2561205" cy="3591225"/>
          </a:xfrm>
          <a:prstGeom prst="snip2DiagRect">
            <a:avLst>
              <a:gd name="adj1" fmla="val 17218"/>
              <a:gd name="adj2" fmla="val 0"/>
            </a:avLst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B7B0F9-E114-2406-9114-727C3F9C9A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824" y="2367032"/>
            <a:ext cx="790528" cy="399425"/>
          </a:xfrm>
          <a:prstGeom prst="rect">
            <a:avLst/>
          </a:prstGeom>
        </p:spPr>
      </p:pic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C3DE6A87-1BD0-6A72-C2D4-8C489996FFD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3815" y="3495557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Tracking solutions &amp; 1° Party data</a:t>
            </a:r>
            <a:endParaRPr lang="en-US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6869C26F-562B-262E-9249-53C23397E9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3816" y="3096132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BA76229-FAE4-71AA-F1CF-1B438A204D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112" y="431177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 customized to your needs</a:t>
            </a:r>
            <a:endParaRPr lang="en-US"/>
          </a:p>
        </p:txBody>
      </p:sp>
      <p:pic>
        <p:nvPicPr>
          <p:cNvPr id="26" name="Picture 25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A03AF80C-15D7-C314-AC75-0698A797DC2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3648" y="4318293"/>
            <a:ext cx="206547" cy="206547"/>
          </a:xfrm>
          <a:prstGeom prst="rect">
            <a:avLst/>
          </a:prstGeom>
        </p:spPr>
      </p:pic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3C515140-2F8D-948B-1192-9ED0C1D844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70196" y="4684564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29" name="Picture 28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62677750-B227-54CE-E21D-ECE51C1064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8732" y="4689654"/>
            <a:ext cx="206547" cy="206547"/>
          </a:xfrm>
          <a:prstGeom prst="rect">
            <a:avLst/>
          </a:prstGeom>
        </p:spPr>
      </p:pic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9E195C6B-AA82-5A71-A71E-5021AEF2B29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5279" y="506201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37" name="Picture 36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503A8C7B-7621-1274-14CA-59200F1173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3815" y="5067102"/>
            <a:ext cx="206547" cy="206547"/>
          </a:xfrm>
          <a:prstGeom prst="rect">
            <a:avLst/>
          </a:prstGeom>
        </p:spPr>
      </p:pic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BF3EA550-205D-2A7E-2062-4699F63225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5112" y="5427716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Additional tracking</a:t>
            </a:r>
            <a:endParaRPr lang="en-US"/>
          </a:p>
        </p:txBody>
      </p:sp>
      <p:pic>
        <p:nvPicPr>
          <p:cNvPr id="39" name="Picture 38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8D0AEBCF-F28B-F60C-066E-CCC039EA68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3648" y="5432806"/>
            <a:ext cx="206547" cy="206547"/>
          </a:xfrm>
          <a:prstGeom prst="rect">
            <a:avLst/>
          </a:prstGeom>
        </p:spPr>
      </p:pic>
      <p:sp>
        <p:nvSpPr>
          <p:cNvPr id="77" name="Snip Diagonal Corner of Rectangle 76">
            <a:extLst>
              <a:ext uri="{FF2B5EF4-FFF2-40B4-BE49-F238E27FC236}">
                <a16:creationId xmlns:a16="http://schemas.microsoft.com/office/drawing/2014/main" id="{12448DAC-361C-5C78-B55C-51EDB784BB8A}"/>
              </a:ext>
            </a:extLst>
          </p:cNvPr>
          <p:cNvSpPr/>
          <p:nvPr userDrawn="1"/>
        </p:nvSpPr>
        <p:spPr>
          <a:xfrm>
            <a:off x="3321574" y="2367032"/>
            <a:ext cx="2561205" cy="3591225"/>
          </a:xfrm>
          <a:prstGeom prst="snip2DiagRect">
            <a:avLst>
              <a:gd name="adj1" fmla="val 17218"/>
              <a:gd name="adj2" fmla="val 0"/>
            </a:avLst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DB0A0CC9-8C20-E010-1982-3DC3C0CBA1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7515" y="2367032"/>
            <a:ext cx="790528" cy="399425"/>
          </a:xfrm>
          <a:prstGeom prst="rect">
            <a:avLst/>
          </a:prstGeom>
        </p:spPr>
      </p:pic>
      <p:sp>
        <p:nvSpPr>
          <p:cNvPr id="79" name="Text Placeholder 18">
            <a:extLst>
              <a:ext uri="{FF2B5EF4-FFF2-40B4-BE49-F238E27FC236}">
                <a16:creationId xmlns:a16="http://schemas.microsoft.com/office/drawing/2014/main" id="{D26055F5-ABC8-8823-DB3D-BFD83F44F1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46506" y="3495557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Tracking solutions &amp; 1° Party data</a:t>
            </a:r>
            <a:endParaRPr lang="en-US"/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C6ECBF3A-C3B8-E276-36D4-5479E52BDF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46507" y="3096132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81" name="Text Placeholder 18">
            <a:extLst>
              <a:ext uri="{FF2B5EF4-FFF2-40B4-BE49-F238E27FC236}">
                <a16:creationId xmlns:a16="http://schemas.microsoft.com/office/drawing/2014/main" id="{64ABE596-7DAA-DC73-8873-D9555BFBDB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67803" y="431177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 customized to your needs</a:t>
            </a:r>
            <a:endParaRPr lang="en-US"/>
          </a:p>
        </p:txBody>
      </p:sp>
      <p:pic>
        <p:nvPicPr>
          <p:cNvPr id="82" name="Picture 81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19F0321F-FC23-B6BA-923F-78CD53B95B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56339" y="4318293"/>
            <a:ext cx="206547" cy="206547"/>
          </a:xfrm>
          <a:prstGeom prst="rect">
            <a:avLst/>
          </a:prstGeom>
        </p:spPr>
      </p:pic>
      <p:sp>
        <p:nvSpPr>
          <p:cNvPr id="83" name="Text Placeholder 18">
            <a:extLst>
              <a:ext uri="{FF2B5EF4-FFF2-40B4-BE49-F238E27FC236}">
                <a16:creationId xmlns:a16="http://schemas.microsoft.com/office/drawing/2014/main" id="{A60B9252-B296-96A4-F977-42DC7F230F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662887" y="4684564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84" name="Picture 83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8F266F2B-CBF2-7AEE-AF38-AE26EF3EA3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51423" y="4689654"/>
            <a:ext cx="206547" cy="206547"/>
          </a:xfrm>
          <a:prstGeom prst="rect">
            <a:avLst/>
          </a:prstGeom>
        </p:spPr>
      </p:pic>
      <p:sp>
        <p:nvSpPr>
          <p:cNvPr id="85" name="Text Placeholder 18">
            <a:extLst>
              <a:ext uri="{FF2B5EF4-FFF2-40B4-BE49-F238E27FC236}">
                <a16:creationId xmlns:a16="http://schemas.microsoft.com/office/drawing/2014/main" id="{F3D7C122-3FCB-5B06-CC1A-2650618F92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657970" y="506201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86" name="Picture 85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5A48AC41-15C6-25B7-9593-EB4FDB3497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46506" y="5067102"/>
            <a:ext cx="206547" cy="206547"/>
          </a:xfrm>
          <a:prstGeom prst="rect">
            <a:avLst/>
          </a:prstGeom>
        </p:spPr>
      </p:pic>
      <p:sp>
        <p:nvSpPr>
          <p:cNvPr id="87" name="Text Placeholder 18">
            <a:extLst>
              <a:ext uri="{FF2B5EF4-FFF2-40B4-BE49-F238E27FC236}">
                <a16:creationId xmlns:a16="http://schemas.microsoft.com/office/drawing/2014/main" id="{8DBED926-126A-1BF7-E029-D87CCD27C3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67803" y="5427716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Additional tracking</a:t>
            </a:r>
            <a:endParaRPr lang="en-US"/>
          </a:p>
        </p:txBody>
      </p:sp>
      <p:pic>
        <p:nvPicPr>
          <p:cNvPr id="88" name="Picture 87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C31B3F9D-BA88-1F63-0B41-42E8EC5BF73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56339" y="5432806"/>
            <a:ext cx="206547" cy="206547"/>
          </a:xfrm>
          <a:prstGeom prst="rect">
            <a:avLst/>
          </a:prstGeom>
        </p:spPr>
      </p:pic>
      <p:sp>
        <p:nvSpPr>
          <p:cNvPr id="89" name="Snip Diagonal Corner of Rectangle 88">
            <a:extLst>
              <a:ext uri="{FF2B5EF4-FFF2-40B4-BE49-F238E27FC236}">
                <a16:creationId xmlns:a16="http://schemas.microsoft.com/office/drawing/2014/main" id="{C005D7F2-A59B-F457-E0F5-9339BC0CD545}"/>
              </a:ext>
            </a:extLst>
          </p:cNvPr>
          <p:cNvSpPr/>
          <p:nvPr userDrawn="1"/>
        </p:nvSpPr>
        <p:spPr>
          <a:xfrm>
            <a:off x="6224092" y="2367032"/>
            <a:ext cx="2561205" cy="3591225"/>
          </a:xfrm>
          <a:prstGeom prst="snip2DiagRect">
            <a:avLst>
              <a:gd name="adj1" fmla="val 17218"/>
              <a:gd name="adj2" fmla="val 0"/>
            </a:avLst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708BA45E-6BC9-E50A-F82B-B0614FBB8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0033" y="2367032"/>
            <a:ext cx="790528" cy="399425"/>
          </a:xfrm>
          <a:prstGeom prst="rect">
            <a:avLst/>
          </a:prstGeom>
        </p:spPr>
      </p:pic>
      <p:sp>
        <p:nvSpPr>
          <p:cNvPr id="91" name="Text Placeholder 18">
            <a:extLst>
              <a:ext uri="{FF2B5EF4-FFF2-40B4-BE49-F238E27FC236}">
                <a16:creationId xmlns:a16="http://schemas.microsoft.com/office/drawing/2014/main" id="{8E5A1C2F-DF26-B3CC-15C7-51850DCF1C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49024" y="3495557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Tracking solutions &amp; 1° Party data</a:t>
            </a:r>
            <a:endParaRPr lang="en-US"/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324BEE10-BE26-3BFD-2E63-BAB14C2C19C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9025" y="3096132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93" name="Text Placeholder 18">
            <a:extLst>
              <a:ext uri="{FF2B5EF4-FFF2-40B4-BE49-F238E27FC236}">
                <a16:creationId xmlns:a16="http://schemas.microsoft.com/office/drawing/2014/main" id="{146DF69E-358B-B5D7-6D17-F64B80199AA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70321" y="431177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 customized to your needs</a:t>
            </a:r>
            <a:endParaRPr lang="en-US"/>
          </a:p>
        </p:txBody>
      </p:sp>
      <p:pic>
        <p:nvPicPr>
          <p:cNvPr id="94" name="Picture 93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B6080A46-88A4-0EBE-BCBE-E4961BDD08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8857" y="4318293"/>
            <a:ext cx="206547" cy="206547"/>
          </a:xfrm>
          <a:prstGeom prst="rect">
            <a:avLst/>
          </a:prstGeom>
        </p:spPr>
      </p:pic>
      <p:sp>
        <p:nvSpPr>
          <p:cNvPr id="95" name="Text Placeholder 18">
            <a:extLst>
              <a:ext uri="{FF2B5EF4-FFF2-40B4-BE49-F238E27FC236}">
                <a16:creationId xmlns:a16="http://schemas.microsoft.com/office/drawing/2014/main" id="{F210B88E-F025-514B-FCD6-C5607409C02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565405" y="4684564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96" name="Picture 95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94AE7D39-B71A-479E-0D38-835C5657EA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3941" y="4689654"/>
            <a:ext cx="206547" cy="206547"/>
          </a:xfrm>
          <a:prstGeom prst="rect">
            <a:avLst/>
          </a:prstGeom>
        </p:spPr>
      </p:pic>
      <p:sp>
        <p:nvSpPr>
          <p:cNvPr id="97" name="Text Placeholder 18">
            <a:extLst>
              <a:ext uri="{FF2B5EF4-FFF2-40B4-BE49-F238E27FC236}">
                <a16:creationId xmlns:a16="http://schemas.microsoft.com/office/drawing/2014/main" id="{C184FC86-4C98-8505-0CFB-E7552663E0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60488" y="506201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98" name="Picture 97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FFD5B721-2C2A-681B-D7A7-C756EEA0CF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49024" y="5067102"/>
            <a:ext cx="206547" cy="206547"/>
          </a:xfrm>
          <a:prstGeom prst="rect">
            <a:avLst/>
          </a:prstGeom>
        </p:spPr>
      </p:pic>
      <p:sp>
        <p:nvSpPr>
          <p:cNvPr id="99" name="Text Placeholder 18">
            <a:extLst>
              <a:ext uri="{FF2B5EF4-FFF2-40B4-BE49-F238E27FC236}">
                <a16:creationId xmlns:a16="http://schemas.microsoft.com/office/drawing/2014/main" id="{21DA53AE-F982-307F-7801-4C241C0E3F4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70321" y="5427716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Additional tracking</a:t>
            </a:r>
            <a:endParaRPr lang="en-US"/>
          </a:p>
        </p:txBody>
      </p:sp>
      <p:pic>
        <p:nvPicPr>
          <p:cNvPr id="100" name="Picture 99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AED61F03-BD8A-6ADE-0527-CCEE707D1D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8857" y="5432806"/>
            <a:ext cx="206547" cy="206547"/>
          </a:xfrm>
          <a:prstGeom prst="rect">
            <a:avLst/>
          </a:prstGeom>
        </p:spPr>
      </p:pic>
      <p:sp>
        <p:nvSpPr>
          <p:cNvPr id="101" name="Snip Diagonal Corner of Rectangle 100">
            <a:extLst>
              <a:ext uri="{FF2B5EF4-FFF2-40B4-BE49-F238E27FC236}">
                <a16:creationId xmlns:a16="http://schemas.microsoft.com/office/drawing/2014/main" id="{1DB35608-1513-2AE8-5B2C-33D1296EB3AC}"/>
              </a:ext>
            </a:extLst>
          </p:cNvPr>
          <p:cNvSpPr/>
          <p:nvPr userDrawn="1"/>
        </p:nvSpPr>
        <p:spPr>
          <a:xfrm>
            <a:off x="9121693" y="2367032"/>
            <a:ext cx="2561205" cy="3591225"/>
          </a:xfrm>
          <a:prstGeom prst="snip2DiagRect">
            <a:avLst>
              <a:gd name="adj1" fmla="val 17218"/>
              <a:gd name="adj2" fmla="val 0"/>
            </a:avLst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 Placeholder 18">
            <a:extLst>
              <a:ext uri="{FF2B5EF4-FFF2-40B4-BE49-F238E27FC236}">
                <a16:creationId xmlns:a16="http://schemas.microsoft.com/office/drawing/2014/main" id="{6D3E3DC9-340C-47AD-A7A2-701BE9A3614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46625" y="3495557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Tracking solutions &amp; 1° Party data</a:t>
            </a:r>
            <a:endParaRPr lang="en-US"/>
          </a:p>
        </p:txBody>
      </p:sp>
      <p:sp>
        <p:nvSpPr>
          <p:cNvPr id="104" name="Text Placeholder 18">
            <a:extLst>
              <a:ext uri="{FF2B5EF4-FFF2-40B4-BE49-F238E27FC236}">
                <a16:creationId xmlns:a16="http://schemas.microsoft.com/office/drawing/2014/main" id="{4AB67425-E2AD-5DDA-8088-019F4F6D808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46626" y="3096132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105" name="Text Placeholder 18">
            <a:extLst>
              <a:ext uri="{FF2B5EF4-FFF2-40B4-BE49-F238E27FC236}">
                <a16:creationId xmlns:a16="http://schemas.microsoft.com/office/drawing/2014/main" id="{64D83783-760F-DB68-4D21-4E0012693E3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467922" y="431177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 customized to your needs</a:t>
            </a:r>
            <a:endParaRPr lang="en-US"/>
          </a:p>
        </p:txBody>
      </p:sp>
      <p:pic>
        <p:nvPicPr>
          <p:cNvPr id="106" name="Picture 105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14586D86-B5ED-CC32-7AEF-EE48D12F38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56458" y="4318293"/>
            <a:ext cx="206547" cy="206547"/>
          </a:xfrm>
          <a:prstGeom prst="rect">
            <a:avLst/>
          </a:prstGeom>
        </p:spPr>
      </p:pic>
      <p:sp>
        <p:nvSpPr>
          <p:cNvPr id="107" name="Text Placeholder 18">
            <a:extLst>
              <a:ext uri="{FF2B5EF4-FFF2-40B4-BE49-F238E27FC236}">
                <a16:creationId xmlns:a16="http://schemas.microsoft.com/office/drawing/2014/main" id="{8D5B7B17-6273-AF1F-FB0A-78F750BE669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463006" y="4684564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108" name="Picture 107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B4F6BFCA-6675-E6AB-A52B-622B4E4B871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51542" y="4689654"/>
            <a:ext cx="206547" cy="206547"/>
          </a:xfrm>
          <a:prstGeom prst="rect">
            <a:avLst/>
          </a:prstGeom>
        </p:spPr>
      </p:pic>
      <p:sp>
        <p:nvSpPr>
          <p:cNvPr id="109" name="Text Placeholder 18">
            <a:extLst>
              <a:ext uri="{FF2B5EF4-FFF2-40B4-BE49-F238E27FC236}">
                <a16:creationId xmlns:a16="http://schemas.microsoft.com/office/drawing/2014/main" id="{C21260C6-D160-9A57-FFDF-41CFF20238B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58089" y="506201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110" name="Picture 109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74541F57-05C7-0A2C-CB95-479F264438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46625" y="5067102"/>
            <a:ext cx="206547" cy="206547"/>
          </a:xfrm>
          <a:prstGeom prst="rect">
            <a:avLst/>
          </a:prstGeom>
        </p:spPr>
      </p:pic>
      <p:sp>
        <p:nvSpPr>
          <p:cNvPr id="111" name="Text Placeholder 18">
            <a:extLst>
              <a:ext uri="{FF2B5EF4-FFF2-40B4-BE49-F238E27FC236}">
                <a16:creationId xmlns:a16="http://schemas.microsoft.com/office/drawing/2014/main" id="{15D09E33-651B-5049-35C9-3193CCB8F48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467922" y="5427716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Additional tracking</a:t>
            </a:r>
            <a:endParaRPr lang="en-US"/>
          </a:p>
        </p:txBody>
      </p:sp>
      <p:pic>
        <p:nvPicPr>
          <p:cNvPr id="112" name="Picture 111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DC156ECC-4AD6-7844-80D7-5757D496230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56458" y="5432806"/>
            <a:ext cx="206547" cy="2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86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525814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Heading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BB096364-E4CE-5719-81CC-8B3B9C650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867" y="6353855"/>
            <a:ext cx="783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E03512F7-A00E-F64B-B9BD-455DCC7B0574}" type="datetimeyyyy">
              <a:rPr lang="en-GB" smtClean="0"/>
              <a:t>2026</a:t>
            </a:fld>
            <a:endParaRPr lang="en-US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305304A-11C6-BEF3-3086-B93734E88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883" y="6353855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21" name="Snip Diagonal Corner of Rectangle 20">
            <a:extLst>
              <a:ext uri="{FF2B5EF4-FFF2-40B4-BE49-F238E27FC236}">
                <a16:creationId xmlns:a16="http://schemas.microsoft.com/office/drawing/2014/main" id="{AD10DE07-6C85-CFBA-2A55-2FF6EE3B64AE}"/>
              </a:ext>
            </a:extLst>
          </p:cNvPr>
          <p:cNvSpPr/>
          <p:nvPr userDrawn="1"/>
        </p:nvSpPr>
        <p:spPr>
          <a:xfrm>
            <a:off x="428883" y="2367032"/>
            <a:ext cx="2561205" cy="3591225"/>
          </a:xfrm>
          <a:prstGeom prst="snip2DiagRect">
            <a:avLst>
              <a:gd name="adj1" fmla="val 17218"/>
              <a:gd name="adj2" fmla="val 0"/>
            </a:avLst>
          </a:prstGeom>
          <a:solidFill>
            <a:srgbClr val="F4F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B7B0F9-E114-2406-9114-727C3F9C9A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824" y="2367032"/>
            <a:ext cx="790528" cy="399425"/>
          </a:xfrm>
          <a:prstGeom prst="rect">
            <a:avLst/>
          </a:prstGeom>
        </p:spPr>
      </p:pic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C3DE6A87-1BD0-6A72-C2D4-8C489996FFD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3815" y="3495557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Tracking solutions &amp; 1° Party data</a:t>
            </a:r>
            <a:endParaRPr lang="en-US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6869C26F-562B-262E-9249-53C23397E9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3816" y="3096132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BA76229-FAE4-71AA-F1CF-1B438A204D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112" y="431177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 customized to your needs</a:t>
            </a:r>
            <a:endParaRPr lang="en-US"/>
          </a:p>
        </p:txBody>
      </p:sp>
      <p:pic>
        <p:nvPicPr>
          <p:cNvPr id="26" name="Picture 25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A03AF80C-15D7-C314-AC75-0698A797DC2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3648" y="4318293"/>
            <a:ext cx="206547" cy="206547"/>
          </a:xfrm>
          <a:prstGeom prst="rect">
            <a:avLst/>
          </a:prstGeom>
        </p:spPr>
      </p:pic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3C515140-2F8D-948B-1192-9ED0C1D844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70196" y="4684564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29" name="Picture 28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62677750-B227-54CE-E21D-ECE51C1064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8732" y="4689654"/>
            <a:ext cx="206547" cy="206547"/>
          </a:xfrm>
          <a:prstGeom prst="rect">
            <a:avLst/>
          </a:prstGeom>
        </p:spPr>
      </p:pic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9E195C6B-AA82-5A71-A71E-5021AEF2B29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5279" y="506201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37" name="Picture 36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503A8C7B-7621-1274-14CA-59200F1173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3815" y="5067102"/>
            <a:ext cx="206547" cy="206547"/>
          </a:xfrm>
          <a:prstGeom prst="rect">
            <a:avLst/>
          </a:prstGeom>
        </p:spPr>
      </p:pic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BF3EA550-205D-2A7E-2062-4699F63225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5112" y="5427716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Additional tracking</a:t>
            </a:r>
            <a:endParaRPr lang="en-US"/>
          </a:p>
        </p:txBody>
      </p:sp>
      <p:pic>
        <p:nvPicPr>
          <p:cNvPr id="39" name="Picture 38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8D0AEBCF-F28B-F60C-066E-CCC039EA68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3648" y="5432806"/>
            <a:ext cx="206547" cy="206547"/>
          </a:xfrm>
          <a:prstGeom prst="rect">
            <a:avLst/>
          </a:prstGeom>
        </p:spPr>
      </p:pic>
      <p:sp>
        <p:nvSpPr>
          <p:cNvPr id="77" name="Snip Diagonal Corner of Rectangle 76">
            <a:extLst>
              <a:ext uri="{FF2B5EF4-FFF2-40B4-BE49-F238E27FC236}">
                <a16:creationId xmlns:a16="http://schemas.microsoft.com/office/drawing/2014/main" id="{12448DAC-361C-5C78-B55C-51EDB784BB8A}"/>
              </a:ext>
            </a:extLst>
          </p:cNvPr>
          <p:cNvSpPr/>
          <p:nvPr userDrawn="1"/>
        </p:nvSpPr>
        <p:spPr>
          <a:xfrm>
            <a:off x="3321574" y="2367032"/>
            <a:ext cx="2561205" cy="3591225"/>
          </a:xfrm>
          <a:prstGeom prst="snip2DiagRect">
            <a:avLst>
              <a:gd name="adj1" fmla="val 17218"/>
              <a:gd name="adj2" fmla="val 0"/>
            </a:avLst>
          </a:prstGeom>
          <a:solidFill>
            <a:srgbClr val="F4F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DB0A0CC9-8C20-E010-1982-3DC3C0CBA1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7515" y="2367032"/>
            <a:ext cx="790528" cy="399425"/>
          </a:xfrm>
          <a:prstGeom prst="rect">
            <a:avLst/>
          </a:prstGeom>
        </p:spPr>
      </p:pic>
      <p:sp>
        <p:nvSpPr>
          <p:cNvPr id="79" name="Text Placeholder 18">
            <a:extLst>
              <a:ext uri="{FF2B5EF4-FFF2-40B4-BE49-F238E27FC236}">
                <a16:creationId xmlns:a16="http://schemas.microsoft.com/office/drawing/2014/main" id="{D26055F5-ABC8-8823-DB3D-BFD83F44F1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46506" y="3495557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Tracking solutions &amp; 1° Party data</a:t>
            </a:r>
            <a:endParaRPr lang="en-US"/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C6ECBF3A-C3B8-E276-36D4-5479E52BDF6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46507" y="3096132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81" name="Text Placeholder 18">
            <a:extLst>
              <a:ext uri="{FF2B5EF4-FFF2-40B4-BE49-F238E27FC236}">
                <a16:creationId xmlns:a16="http://schemas.microsoft.com/office/drawing/2014/main" id="{64ABE596-7DAA-DC73-8873-D9555BFBDB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67803" y="431177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 customized to your needs</a:t>
            </a:r>
            <a:endParaRPr lang="en-US"/>
          </a:p>
        </p:txBody>
      </p:sp>
      <p:pic>
        <p:nvPicPr>
          <p:cNvPr id="82" name="Picture 81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19F0321F-FC23-B6BA-923F-78CD53B95B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56339" y="4318293"/>
            <a:ext cx="206547" cy="206547"/>
          </a:xfrm>
          <a:prstGeom prst="rect">
            <a:avLst/>
          </a:prstGeom>
        </p:spPr>
      </p:pic>
      <p:sp>
        <p:nvSpPr>
          <p:cNvPr id="83" name="Text Placeholder 18">
            <a:extLst>
              <a:ext uri="{FF2B5EF4-FFF2-40B4-BE49-F238E27FC236}">
                <a16:creationId xmlns:a16="http://schemas.microsoft.com/office/drawing/2014/main" id="{A60B9252-B296-96A4-F977-42DC7F230F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662887" y="4684564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84" name="Picture 83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8F266F2B-CBF2-7AEE-AF38-AE26EF3EA3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51423" y="4689654"/>
            <a:ext cx="206547" cy="206547"/>
          </a:xfrm>
          <a:prstGeom prst="rect">
            <a:avLst/>
          </a:prstGeom>
        </p:spPr>
      </p:pic>
      <p:sp>
        <p:nvSpPr>
          <p:cNvPr id="85" name="Text Placeholder 18">
            <a:extLst>
              <a:ext uri="{FF2B5EF4-FFF2-40B4-BE49-F238E27FC236}">
                <a16:creationId xmlns:a16="http://schemas.microsoft.com/office/drawing/2014/main" id="{F3D7C122-3FCB-5B06-CC1A-2650618F92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657970" y="506201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86" name="Picture 85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5A48AC41-15C6-25B7-9593-EB4FDB3497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46506" y="5067102"/>
            <a:ext cx="206547" cy="206547"/>
          </a:xfrm>
          <a:prstGeom prst="rect">
            <a:avLst/>
          </a:prstGeom>
        </p:spPr>
      </p:pic>
      <p:sp>
        <p:nvSpPr>
          <p:cNvPr id="87" name="Text Placeholder 18">
            <a:extLst>
              <a:ext uri="{FF2B5EF4-FFF2-40B4-BE49-F238E27FC236}">
                <a16:creationId xmlns:a16="http://schemas.microsoft.com/office/drawing/2014/main" id="{8DBED926-126A-1BF7-E029-D87CCD27C3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67803" y="5427716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Additional tracking</a:t>
            </a:r>
            <a:endParaRPr lang="en-US"/>
          </a:p>
        </p:txBody>
      </p:sp>
      <p:pic>
        <p:nvPicPr>
          <p:cNvPr id="88" name="Picture 87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C31B3F9D-BA88-1F63-0B41-42E8EC5BF73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56339" y="5432806"/>
            <a:ext cx="206547" cy="206547"/>
          </a:xfrm>
          <a:prstGeom prst="rect">
            <a:avLst/>
          </a:prstGeom>
        </p:spPr>
      </p:pic>
      <p:sp>
        <p:nvSpPr>
          <p:cNvPr id="89" name="Snip Diagonal Corner of Rectangle 88">
            <a:extLst>
              <a:ext uri="{FF2B5EF4-FFF2-40B4-BE49-F238E27FC236}">
                <a16:creationId xmlns:a16="http://schemas.microsoft.com/office/drawing/2014/main" id="{C005D7F2-A59B-F457-E0F5-9339BC0CD545}"/>
              </a:ext>
            </a:extLst>
          </p:cNvPr>
          <p:cNvSpPr/>
          <p:nvPr userDrawn="1"/>
        </p:nvSpPr>
        <p:spPr>
          <a:xfrm>
            <a:off x="6224092" y="2367032"/>
            <a:ext cx="2561205" cy="3591225"/>
          </a:xfrm>
          <a:prstGeom prst="snip2DiagRect">
            <a:avLst>
              <a:gd name="adj1" fmla="val 17218"/>
              <a:gd name="adj2" fmla="val 0"/>
            </a:avLst>
          </a:prstGeom>
          <a:solidFill>
            <a:srgbClr val="F4F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0" name="Graphic 89">
            <a:extLst>
              <a:ext uri="{FF2B5EF4-FFF2-40B4-BE49-F238E27FC236}">
                <a16:creationId xmlns:a16="http://schemas.microsoft.com/office/drawing/2014/main" id="{708BA45E-6BC9-E50A-F82B-B0614FBB8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0033" y="2367032"/>
            <a:ext cx="790528" cy="399425"/>
          </a:xfrm>
          <a:prstGeom prst="rect">
            <a:avLst/>
          </a:prstGeom>
        </p:spPr>
      </p:pic>
      <p:sp>
        <p:nvSpPr>
          <p:cNvPr id="91" name="Text Placeholder 18">
            <a:extLst>
              <a:ext uri="{FF2B5EF4-FFF2-40B4-BE49-F238E27FC236}">
                <a16:creationId xmlns:a16="http://schemas.microsoft.com/office/drawing/2014/main" id="{8E5A1C2F-DF26-B3CC-15C7-51850DCF1C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49024" y="3495557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Tracking solutions &amp; 1° Party data</a:t>
            </a:r>
            <a:endParaRPr lang="en-US"/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324BEE10-BE26-3BFD-2E63-BAB14C2C19C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9025" y="3096132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93" name="Text Placeholder 18">
            <a:extLst>
              <a:ext uri="{FF2B5EF4-FFF2-40B4-BE49-F238E27FC236}">
                <a16:creationId xmlns:a16="http://schemas.microsoft.com/office/drawing/2014/main" id="{146DF69E-358B-B5D7-6D17-F64B80199AA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70321" y="431177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 customized to your needs</a:t>
            </a:r>
            <a:endParaRPr lang="en-US"/>
          </a:p>
        </p:txBody>
      </p:sp>
      <p:pic>
        <p:nvPicPr>
          <p:cNvPr id="94" name="Picture 93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B6080A46-88A4-0EBE-BCBE-E4961BDD08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8857" y="4318293"/>
            <a:ext cx="206547" cy="206547"/>
          </a:xfrm>
          <a:prstGeom prst="rect">
            <a:avLst/>
          </a:prstGeom>
        </p:spPr>
      </p:pic>
      <p:sp>
        <p:nvSpPr>
          <p:cNvPr id="95" name="Text Placeholder 18">
            <a:extLst>
              <a:ext uri="{FF2B5EF4-FFF2-40B4-BE49-F238E27FC236}">
                <a16:creationId xmlns:a16="http://schemas.microsoft.com/office/drawing/2014/main" id="{F210B88E-F025-514B-FCD6-C5607409C02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565405" y="4684564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96" name="Picture 95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94AE7D39-B71A-479E-0D38-835C5657EA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3941" y="4689654"/>
            <a:ext cx="206547" cy="206547"/>
          </a:xfrm>
          <a:prstGeom prst="rect">
            <a:avLst/>
          </a:prstGeom>
        </p:spPr>
      </p:pic>
      <p:sp>
        <p:nvSpPr>
          <p:cNvPr id="97" name="Text Placeholder 18">
            <a:extLst>
              <a:ext uri="{FF2B5EF4-FFF2-40B4-BE49-F238E27FC236}">
                <a16:creationId xmlns:a16="http://schemas.microsoft.com/office/drawing/2014/main" id="{C184FC86-4C98-8505-0CFB-E7552663E0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60488" y="506201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98" name="Picture 97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FFD5B721-2C2A-681B-D7A7-C756EEA0CF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49024" y="5067102"/>
            <a:ext cx="206547" cy="206547"/>
          </a:xfrm>
          <a:prstGeom prst="rect">
            <a:avLst/>
          </a:prstGeom>
        </p:spPr>
      </p:pic>
      <p:sp>
        <p:nvSpPr>
          <p:cNvPr id="99" name="Text Placeholder 18">
            <a:extLst>
              <a:ext uri="{FF2B5EF4-FFF2-40B4-BE49-F238E27FC236}">
                <a16:creationId xmlns:a16="http://schemas.microsoft.com/office/drawing/2014/main" id="{21DA53AE-F982-307F-7801-4C241C0E3F4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70321" y="5427716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Additional tracking</a:t>
            </a:r>
            <a:endParaRPr lang="en-US"/>
          </a:p>
        </p:txBody>
      </p:sp>
      <p:pic>
        <p:nvPicPr>
          <p:cNvPr id="100" name="Picture 99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AED61F03-BD8A-6ADE-0527-CCEE707D1D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58857" y="5432806"/>
            <a:ext cx="206547" cy="206547"/>
          </a:xfrm>
          <a:prstGeom prst="rect">
            <a:avLst/>
          </a:prstGeom>
        </p:spPr>
      </p:pic>
      <p:sp>
        <p:nvSpPr>
          <p:cNvPr id="101" name="Snip Diagonal Corner of Rectangle 100">
            <a:extLst>
              <a:ext uri="{FF2B5EF4-FFF2-40B4-BE49-F238E27FC236}">
                <a16:creationId xmlns:a16="http://schemas.microsoft.com/office/drawing/2014/main" id="{1DB35608-1513-2AE8-5B2C-33D1296EB3AC}"/>
              </a:ext>
            </a:extLst>
          </p:cNvPr>
          <p:cNvSpPr/>
          <p:nvPr userDrawn="1"/>
        </p:nvSpPr>
        <p:spPr>
          <a:xfrm>
            <a:off x="9121693" y="2367032"/>
            <a:ext cx="2561205" cy="3591225"/>
          </a:xfrm>
          <a:prstGeom prst="snip2DiagRect">
            <a:avLst>
              <a:gd name="adj1" fmla="val 17218"/>
              <a:gd name="adj2" fmla="val 0"/>
            </a:avLst>
          </a:prstGeom>
          <a:solidFill>
            <a:srgbClr val="F4F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" name="Text Placeholder 18">
            <a:extLst>
              <a:ext uri="{FF2B5EF4-FFF2-40B4-BE49-F238E27FC236}">
                <a16:creationId xmlns:a16="http://schemas.microsoft.com/office/drawing/2014/main" id="{6D3E3DC9-340C-47AD-A7A2-701BE9A3614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46625" y="3495557"/>
            <a:ext cx="2213541" cy="246221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Tracking solutions &amp; 1° Party data</a:t>
            </a:r>
            <a:endParaRPr lang="en-US"/>
          </a:p>
        </p:txBody>
      </p:sp>
      <p:sp>
        <p:nvSpPr>
          <p:cNvPr id="104" name="Text Placeholder 18">
            <a:extLst>
              <a:ext uri="{FF2B5EF4-FFF2-40B4-BE49-F238E27FC236}">
                <a16:creationId xmlns:a16="http://schemas.microsoft.com/office/drawing/2014/main" id="{4AB67425-E2AD-5DDA-8088-019F4F6D808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46626" y="3096132"/>
            <a:ext cx="2213541" cy="33855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Implementation</a:t>
            </a:r>
            <a:endParaRPr lang="en-US"/>
          </a:p>
        </p:txBody>
      </p:sp>
      <p:sp>
        <p:nvSpPr>
          <p:cNvPr id="105" name="Text Placeholder 18">
            <a:extLst>
              <a:ext uri="{FF2B5EF4-FFF2-40B4-BE49-F238E27FC236}">
                <a16:creationId xmlns:a16="http://schemas.microsoft.com/office/drawing/2014/main" id="{64D83783-760F-DB68-4D21-4E0012693E3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467922" y="431177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Project customized to your needs</a:t>
            </a:r>
            <a:endParaRPr lang="en-US"/>
          </a:p>
        </p:txBody>
      </p:sp>
      <p:pic>
        <p:nvPicPr>
          <p:cNvPr id="106" name="Picture 105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14586D86-B5ED-CC32-7AEF-EE48D12F38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56458" y="4318293"/>
            <a:ext cx="206547" cy="206547"/>
          </a:xfrm>
          <a:prstGeom prst="rect">
            <a:avLst/>
          </a:prstGeom>
        </p:spPr>
      </p:pic>
      <p:sp>
        <p:nvSpPr>
          <p:cNvPr id="107" name="Text Placeholder 18">
            <a:extLst>
              <a:ext uri="{FF2B5EF4-FFF2-40B4-BE49-F238E27FC236}">
                <a16:creationId xmlns:a16="http://schemas.microsoft.com/office/drawing/2014/main" id="{8D5B7B17-6273-AF1F-FB0A-78F750BE669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463006" y="4684564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108" name="Picture 107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B4F6BFCA-6675-E6AB-A52B-622B4E4B871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51542" y="4689654"/>
            <a:ext cx="206547" cy="206547"/>
          </a:xfrm>
          <a:prstGeom prst="rect">
            <a:avLst/>
          </a:prstGeom>
        </p:spPr>
      </p:pic>
      <p:sp>
        <p:nvSpPr>
          <p:cNvPr id="109" name="Text Placeholder 18">
            <a:extLst>
              <a:ext uri="{FF2B5EF4-FFF2-40B4-BE49-F238E27FC236}">
                <a16:creationId xmlns:a16="http://schemas.microsoft.com/office/drawing/2014/main" id="{C21260C6-D160-9A57-FFDF-41CFF20238B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58089" y="5062012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GA4 Audit </a:t>
            </a:r>
            <a:endParaRPr lang="en-US"/>
          </a:p>
        </p:txBody>
      </p:sp>
      <p:pic>
        <p:nvPicPr>
          <p:cNvPr id="110" name="Picture 109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74541F57-05C7-0A2C-CB95-479F264438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46625" y="5067102"/>
            <a:ext cx="206547" cy="206547"/>
          </a:xfrm>
          <a:prstGeom prst="rect">
            <a:avLst/>
          </a:prstGeom>
        </p:spPr>
      </p:pic>
      <p:sp>
        <p:nvSpPr>
          <p:cNvPr id="111" name="Text Placeholder 18">
            <a:extLst>
              <a:ext uri="{FF2B5EF4-FFF2-40B4-BE49-F238E27FC236}">
                <a16:creationId xmlns:a16="http://schemas.microsoft.com/office/drawing/2014/main" id="{15D09E33-651B-5049-35C9-3193CCB8F48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467922" y="5427716"/>
            <a:ext cx="1805030" cy="215444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spcAft>
                <a:spcPts val="12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Additional tracking</a:t>
            </a:r>
            <a:endParaRPr lang="en-US"/>
          </a:p>
        </p:txBody>
      </p:sp>
      <p:pic>
        <p:nvPicPr>
          <p:cNvPr id="112" name="Picture 111" descr="A white tick in a grey circle&#10;&#10;AI-generated content may be incorrect.">
            <a:extLst>
              <a:ext uri="{FF2B5EF4-FFF2-40B4-BE49-F238E27FC236}">
                <a16:creationId xmlns:a16="http://schemas.microsoft.com/office/drawing/2014/main" id="{DC156ECC-4AD6-7844-80D7-5757D496230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56458" y="5432806"/>
            <a:ext cx="206547" cy="2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bg>
      <p:bgPr>
        <a:solidFill>
          <a:srgbClr val="F4F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nip Single Corner of Rectangle 44">
            <a:extLst>
              <a:ext uri="{FF2B5EF4-FFF2-40B4-BE49-F238E27FC236}">
                <a16:creationId xmlns:a16="http://schemas.microsoft.com/office/drawing/2014/main" id="{19FE7945-5E1B-60A9-1B7E-D47933DA15B3}"/>
              </a:ext>
            </a:extLst>
          </p:cNvPr>
          <p:cNvSpPr/>
          <p:nvPr userDrawn="1"/>
        </p:nvSpPr>
        <p:spPr>
          <a:xfrm rot="16200000">
            <a:off x="8044541" y="172859"/>
            <a:ext cx="1331660" cy="1624656"/>
          </a:xfrm>
          <a:prstGeom prst="snip1Rect">
            <a:avLst>
              <a:gd name="adj" fmla="val 3804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4EAF31C-B6AF-A1FF-CBFB-87CAC6D55F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13015" y="778411"/>
            <a:ext cx="1260823" cy="746589"/>
          </a:xfrm>
          <a:solidFill>
            <a:srgbClr val="FF833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DF6967-4209-530E-17B2-1DD84FAB43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525814" cy="535531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2A292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Title for case study Boom-</a:t>
            </a:r>
            <a:r>
              <a:rPr lang="en-GB" err="1">
                <a:effectLst/>
              </a:rPr>
              <a:t>ing</a:t>
            </a:r>
            <a:r>
              <a:rPr lang="en-GB">
                <a:effectLst/>
              </a:rPr>
              <a:t> ahead of Christmas 2023 with organic traffic uplifts</a:t>
            </a:r>
            <a:endParaRPr lang="en-US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CBE9B6A-043E-5B1D-CB78-1CE180EA94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65" y="2504989"/>
            <a:ext cx="3416872" cy="1528624"/>
          </a:xfrm>
        </p:spPr>
        <p:txBody>
          <a:bodyPr wrap="square">
            <a:spAutoFit/>
          </a:bodyPr>
          <a:lstStyle>
            <a:lvl1pPr marL="138113" indent="-133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Integer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erat</a:t>
            </a:r>
            <a:r>
              <a:rPr lang="en-GB">
                <a:effectLst/>
              </a:rPr>
              <a:t> a ante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>
                <a:effectLst/>
              </a:rPr>
              <a:t>Donec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metus</a:t>
            </a:r>
            <a:r>
              <a:rPr lang="en-GB">
                <a:effectLst/>
              </a:rPr>
              <a:t> auctor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tellus</a:t>
            </a:r>
            <a:r>
              <a:rPr lang="en-GB">
                <a:effectLst/>
              </a:rPr>
              <a:t> ac cursus </a:t>
            </a:r>
            <a:r>
              <a:rPr lang="en-GB" err="1">
                <a:effectLst/>
              </a:rPr>
              <a:t>commodo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nibh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fermentum </a:t>
            </a:r>
          </a:p>
          <a:p>
            <a:pPr lvl="0"/>
            <a:r>
              <a:rPr lang="en-GB">
                <a:effectLst/>
              </a:rPr>
              <a:t>Maecenas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risus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varius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non magna Cras </a:t>
            </a:r>
            <a:r>
              <a:rPr lang="en-GB" err="1">
                <a:effectLst/>
              </a:rPr>
              <a:t>mattis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fermentum.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A0B2F5F-BA31-9BBD-2858-CE0FE997DA7A}"/>
              </a:ext>
            </a:extLst>
          </p:cNvPr>
          <p:cNvSpPr txBox="1">
            <a:spLocks/>
          </p:cNvSpPr>
          <p:nvPr userDrawn="1"/>
        </p:nvSpPr>
        <p:spPr>
          <a:xfrm>
            <a:off x="304800" y="2108500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/>
              <a:t>Challenge</a:t>
            </a:r>
            <a:endParaRPr lang="en-US" sz="1200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E2B4502-C99E-831C-FFCA-3350CA5115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034" y="2523263"/>
            <a:ext cx="3416872" cy="1528624"/>
          </a:xfrm>
        </p:spPr>
        <p:txBody>
          <a:bodyPr wrap="square">
            <a:spAutoFit/>
          </a:bodyPr>
          <a:lstStyle>
            <a:lvl1pPr marL="138113" indent="-133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Integer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erat</a:t>
            </a:r>
            <a:r>
              <a:rPr lang="en-GB">
                <a:effectLst/>
              </a:rPr>
              <a:t> a ante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>
                <a:effectLst/>
              </a:rPr>
              <a:t>Donec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metus</a:t>
            </a:r>
            <a:r>
              <a:rPr lang="en-GB">
                <a:effectLst/>
              </a:rPr>
              <a:t> auctor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tellus</a:t>
            </a:r>
            <a:r>
              <a:rPr lang="en-GB">
                <a:effectLst/>
              </a:rPr>
              <a:t> ac cursus </a:t>
            </a:r>
            <a:r>
              <a:rPr lang="en-GB" err="1">
                <a:effectLst/>
              </a:rPr>
              <a:t>commodo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nibh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fermentum </a:t>
            </a:r>
          </a:p>
          <a:p>
            <a:pPr lvl="0"/>
            <a:r>
              <a:rPr lang="en-GB">
                <a:effectLst/>
              </a:rPr>
              <a:t>Maecenas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risus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varius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non magna Cras </a:t>
            </a:r>
            <a:r>
              <a:rPr lang="en-GB" err="1">
                <a:effectLst/>
              </a:rPr>
              <a:t>mattis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fermentum.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3BDB496-C014-5923-464E-F8B1BF03D2E7}"/>
              </a:ext>
            </a:extLst>
          </p:cNvPr>
          <p:cNvSpPr txBox="1">
            <a:spLocks/>
          </p:cNvSpPr>
          <p:nvPr userDrawn="1"/>
        </p:nvSpPr>
        <p:spPr>
          <a:xfrm>
            <a:off x="4027869" y="2126774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/>
              <a:t>Process</a:t>
            </a:r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BC2FE6-FB54-C174-1030-8D549B73D0B2}"/>
              </a:ext>
            </a:extLst>
          </p:cNvPr>
          <p:cNvSpPr/>
          <p:nvPr userDrawn="1"/>
        </p:nvSpPr>
        <p:spPr>
          <a:xfrm>
            <a:off x="304801" y="4259918"/>
            <a:ext cx="11582400" cy="2107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A6A168F6-0241-0076-3421-4A4A3BAB0F4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1426" y="4823492"/>
            <a:ext cx="4149062" cy="861774"/>
          </a:xfrm>
        </p:spPr>
        <p:txBody>
          <a:bodyPr wrap="square">
            <a:spAutoFit/>
          </a:bodyPr>
          <a:lstStyle>
            <a:lvl1pPr marL="6350" indent="-6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Morbi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, porta ac </a:t>
            </a:r>
            <a:r>
              <a:rPr lang="en-US" err="1"/>
              <a:t>consectetur</a:t>
            </a:r>
            <a:r>
              <a:rPr lang="en-US"/>
              <a:t> ac, vestibulum at eros. Aenean lacinia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sed </a:t>
            </a:r>
            <a:r>
              <a:rPr lang="en-US" err="1"/>
              <a:t>consectetur</a:t>
            </a:r>
            <a:r>
              <a:rPr lang="en-US"/>
              <a:t>. Duis </a:t>
            </a:r>
            <a:r>
              <a:rPr lang="en-US" err="1"/>
              <a:t>mollis</a:t>
            </a:r>
            <a:r>
              <a:rPr lang="en-US"/>
              <a:t>, est non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, nisi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ligula, </a:t>
            </a:r>
            <a:r>
              <a:rPr lang="en-US" err="1"/>
              <a:t>eget</a:t>
            </a:r>
            <a:r>
              <a:rPr lang="en-US"/>
              <a:t> lacinia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nec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 dolor auctor. Vestibulum id ligula porta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semper.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CF2237-F1D0-FA59-6DD6-18D0ACC2581C}"/>
              </a:ext>
            </a:extLst>
          </p:cNvPr>
          <p:cNvSpPr txBox="1">
            <a:spLocks/>
          </p:cNvSpPr>
          <p:nvPr userDrawn="1"/>
        </p:nvSpPr>
        <p:spPr>
          <a:xfrm>
            <a:off x="479261" y="4427003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/>
              <a:t>Results</a:t>
            </a:r>
            <a:endParaRPr lang="en-US" sz="1200"/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5BC8CAA8-CFA4-6D3B-1A6C-72DC28238E6C}"/>
              </a:ext>
            </a:extLst>
          </p:cNvPr>
          <p:cNvSpPr/>
          <p:nvPr userDrawn="1"/>
        </p:nvSpPr>
        <p:spPr>
          <a:xfrm rot="10800000">
            <a:off x="7367849" y="4585519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867DC1F3-8BFE-1737-3318-D88118B60218}"/>
              </a:ext>
            </a:extLst>
          </p:cNvPr>
          <p:cNvSpPr/>
          <p:nvPr userDrawn="1"/>
        </p:nvSpPr>
        <p:spPr>
          <a:xfrm>
            <a:off x="7367849" y="5877962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AE68B214-DB1D-DAF8-C074-999B35C3AC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63504" y="5337353"/>
            <a:ext cx="1532642" cy="246221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Overall clicks</a:t>
            </a: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B7CDB372-22AC-E24E-49BD-D56103FD9B53}"/>
              </a:ext>
            </a:extLst>
          </p:cNvPr>
          <p:cNvSpPr/>
          <p:nvPr userDrawn="1"/>
        </p:nvSpPr>
        <p:spPr>
          <a:xfrm rot="10800000">
            <a:off x="9038605" y="4591580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9E850B81-696B-3E7A-551A-2EF3A8BF9AC8}"/>
              </a:ext>
            </a:extLst>
          </p:cNvPr>
          <p:cNvSpPr/>
          <p:nvPr userDrawn="1"/>
        </p:nvSpPr>
        <p:spPr>
          <a:xfrm>
            <a:off x="9038605" y="5884023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51B009D5-0821-F919-4B5D-031764E22F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34260" y="5343414"/>
            <a:ext cx="1532642" cy="246221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Overall clicks</a:t>
            </a:r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08482943-54C4-DA00-00F0-C1A47761D698}"/>
              </a:ext>
            </a:extLst>
          </p:cNvPr>
          <p:cNvSpPr/>
          <p:nvPr userDrawn="1"/>
        </p:nvSpPr>
        <p:spPr>
          <a:xfrm rot="10800000">
            <a:off x="10709361" y="4585519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168D1148-87A1-A606-F623-66A90A766475}"/>
              </a:ext>
            </a:extLst>
          </p:cNvPr>
          <p:cNvSpPr/>
          <p:nvPr userDrawn="1"/>
        </p:nvSpPr>
        <p:spPr>
          <a:xfrm>
            <a:off x="10709361" y="5877962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3F3A2463-3AE0-C38C-7967-CA4ECFB4C0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05016" y="5337353"/>
            <a:ext cx="1532642" cy="246221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Overall clicks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2C23B5E6-1BFC-CAA2-B291-6E3554DC0D8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663504" y="4875688"/>
            <a:ext cx="1532642" cy="461665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400" b="1">
                <a:solidFill>
                  <a:srgbClr val="2A2927"/>
                </a:solidFill>
              </a:defRPr>
            </a:lvl1pPr>
          </a:lstStyle>
          <a:p>
            <a:pPr algn="ctr"/>
            <a:r>
              <a:rPr lang="en-GB" sz="2400"/>
              <a:t>+XX%</a:t>
            </a:r>
            <a:endParaRPr lang="en-US" sz="2400"/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170D9D4E-1E83-1BD7-0A80-F2E986F0DC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34260" y="4875688"/>
            <a:ext cx="1532642" cy="461665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400" b="1">
                <a:solidFill>
                  <a:srgbClr val="2A2927"/>
                </a:solidFill>
              </a:defRPr>
            </a:lvl1pPr>
          </a:lstStyle>
          <a:p>
            <a:pPr algn="ctr"/>
            <a:r>
              <a:rPr lang="en-GB" sz="2400"/>
              <a:t>+XX%</a:t>
            </a:r>
            <a:endParaRPr lang="en-US" sz="2400"/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E99DEF2B-B5DE-4268-EEAF-1857B3C9701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05016" y="4875687"/>
            <a:ext cx="1532642" cy="461665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400" b="1">
                <a:solidFill>
                  <a:srgbClr val="2A2927"/>
                </a:solidFill>
              </a:defRPr>
            </a:lvl1pPr>
          </a:lstStyle>
          <a:p>
            <a:pPr algn="ctr"/>
            <a:r>
              <a:rPr lang="en-GB" sz="2400"/>
              <a:t>+XX%</a:t>
            </a:r>
            <a:endParaRPr lang="en-US" sz="2400"/>
          </a:p>
        </p:txBody>
      </p:sp>
      <p:sp>
        <p:nvSpPr>
          <p:cNvPr id="38" name="Date Placeholder 3">
            <a:extLst>
              <a:ext uri="{FF2B5EF4-FFF2-40B4-BE49-F238E27FC236}">
                <a16:creationId xmlns:a16="http://schemas.microsoft.com/office/drawing/2014/main" id="{E6019A84-BB7A-F1B2-5BA8-5DC808196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7369C895-6B34-D94A-B6CC-C4357BF05ADD}" type="datetimeyyyy">
              <a:rPr lang="en-GB" smtClean="0"/>
              <a:t>2026</a:t>
            </a:fld>
            <a:endParaRPr lang="en-US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136636CB-6CBE-B99A-AD9F-2C0D7759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02A2814A-D06C-E3B9-2F03-2F03D976FA7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7898040" y="319270"/>
            <a:ext cx="3943350" cy="3615008"/>
          </a:xfrm>
          <a:custGeom>
            <a:avLst/>
            <a:gdLst>
              <a:gd name="connsiteX0" fmla="*/ 1595203 w 3943350"/>
              <a:gd name="connsiteY0" fmla="*/ 0 h 3615008"/>
              <a:gd name="connsiteX1" fmla="*/ 3943350 w 3943350"/>
              <a:gd name="connsiteY1" fmla="*/ 0 h 3615008"/>
              <a:gd name="connsiteX2" fmla="*/ 3943350 w 3943350"/>
              <a:gd name="connsiteY2" fmla="*/ 3136851 h 3615008"/>
              <a:gd name="connsiteX3" fmla="*/ 3465193 w 3943350"/>
              <a:gd name="connsiteY3" fmla="*/ 3615008 h 3615008"/>
              <a:gd name="connsiteX4" fmla="*/ 0 w 3943350"/>
              <a:gd name="connsiteY4" fmla="*/ 3615008 h 3615008"/>
              <a:gd name="connsiteX5" fmla="*/ 0 w 3943350"/>
              <a:gd name="connsiteY5" fmla="*/ 1316261 h 3615008"/>
              <a:gd name="connsiteX6" fmla="*/ 1595203 w 3943350"/>
              <a:gd name="connsiteY6" fmla="*/ 1316261 h 361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3350" h="3615008">
                <a:moveTo>
                  <a:pt x="1595203" y="0"/>
                </a:moveTo>
                <a:lnTo>
                  <a:pt x="3943350" y="0"/>
                </a:lnTo>
                <a:lnTo>
                  <a:pt x="3943350" y="3136851"/>
                </a:lnTo>
                <a:lnTo>
                  <a:pt x="3465193" y="3615008"/>
                </a:lnTo>
                <a:lnTo>
                  <a:pt x="0" y="3615008"/>
                </a:lnTo>
                <a:lnTo>
                  <a:pt x="0" y="1316261"/>
                </a:lnTo>
                <a:lnTo>
                  <a:pt x="1595203" y="1316261"/>
                </a:lnTo>
                <a:close/>
              </a:path>
            </a:pathLst>
          </a:custGeom>
          <a:solidFill>
            <a:srgbClr val="00E6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10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bg>
      <p:bgPr>
        <a:solidFill>
          <a:srgbClr val="F4F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4EAF31C-B6AF-A1FF-CBFB-87CAC6D55F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99804" y="328025"/>
            <a:ext cx="1260823" cy="746589"/>
          </a:xfrm>
          <a:solidFill>
            <a:srgbClr val="FF8330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DF6967-4209-530E-17B2-1DD84FAB43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872" y="887647"/>
            <a:ext cx="5525814" cy="535531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2A292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Title for case study Boom-</a:t>
            </a:r>
            <a:r>
              <a:rPr lang="en-GB" err="1">
                <a:effectLst/>
              </a:rPr>
              <a:t>ing</a:t>
            </a:r>
            <a:r>
              <a:rPr lang="en-GB">
                <a:effectLst/>
              </a:rPr>
              <a:t> ahead of Christmas 2023 with organic traffic uplifts</a:t>
            </a:r>
            <a:endParaRPr lang="en-US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CBE9B6A-043E-5B1D-CB78-1CE180EA94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65" y="2028337"/>
            <a:ext cx="2410298" cy="1528624"/>
          </a:xfrm>
        </p:spPr>
        <p:txBody>
          <a:bodyPr wrap="square">
            <a:spAutoFit/>
          </a:bodyPr>
          <a:lstStyle>
            <a:lvl1pPr marL="138113" indent="-133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Integer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erat</a:t>
            </a:r>
            <a:r>
              <a:rPr lang="en-GB">
                <a:effectLst/>
              </a:rPr>
              <a:t> a ante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>
                <a:effectLst/>
              </a:rPr>
              <a:t>Donec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metus</a:t>
            </a:r>
            <a:r>
              <a:rPr lang="en-GB">
                <a:effectLst/>
              </a:rPr>
              <a:t> auctor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tellus</a:t>
            </a:r>
            <a:r>
              <a:rPr lang="en-GB">
                <a:effectLst/>
              </a:rPr>
              <a:t> ac cursus </a:t>
            </a:r>
            <a:r>
              <a:rPr lang="en-GB" err="1">
                <a:effectLst/>
              </a:rPr>
              <a:t>commodo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nibh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fermentum </a:t>
            </a:r>
          </a:p>
          <a:p>
            <a:pPr lvl="0"/>
            <a:r>
              <a:rPr lang="en-GB">
                <a:effectLst/>
              </a:rPr>
              <a:t>fermentum.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A0B2F5F-BA31-9BBD-2858-CE0FE997DA7A}"/>
              </a:ext>
            </a:extLst>
          </p:cNvPr>
          <p:cNvSpPr txBox="1">
            <a:spLocks/>
          </p:cNvSpPr>
          <p:nvPr userDrawn="1"/>
        </p:nvSpPr>
        <p:spPr>
          <a:xfrm>
            <a:off x="304802" y="1698344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/>
              <a:t>Overview</a:t>
            </a:r>
            <a:endParaRPr lang="en-US" sz="1200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E2B4502-C99E-831C-FFCA-3350CA5115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105131" y="2028337"/>
            <a:ext cx="2874565" cy="1682512"/>
          </a:xfrm>
        </p:spPr>
        <p:txBody>
          <a:bodyPr wrap="square">
            <a:spAutoFit/>
          </a:bodyPr>
          <a:lstStyle>
            <a:lvl1pPr marL="138113" indent="-133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Integer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erat</a:t>
            </a:r>
            <a:r>
              <a:rPr lang="en-GB">
                <a:effectLst/>
              </a:rPr>
              <a:t> a ante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>
                <a:effectLst/>
              </a:rPr>
              <a:t>Donec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metus</a:t>
            </a:r>
            <a:r>
              <a:rPr lang="en-GB">
                <a:effectLst/>
              </a:rPr>
              <a:t> auctor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tellus</a:t>
            </a:r>
            <a:r>
              <a:rPr lang="en-GB">
                <a:effectLst/>
              </a:rPr>
              <a:t> ac cursus </a:t>
            </a:r>
            <a:r>
              <a:rPr lang="en-GB" err="1">
                <a:effectLst/>
              </a:rPr>
              <a:t>commodo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nibh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fermentum </a:t>
            </a:r>
          </a:p>
          <a:p>
            <a:pPr lvl="0"/>
            <a:r>
              <a:rPr lang="en-GB">
                <a:effectLst/>
              </a:rPr>
              <a:t>Maecenas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risus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varius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non magna Cras </a:t>
            </a:r>
            <a:r>
              <a:rPr lang="en-GB" err="1">
                <a:effectLst/>
              </a:rPr>
              <a:t>mattis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fermentum.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3BDB496-C014-5923-464E-F8B1BF03D2E7}"/>
              </a:ext>
            </a:extLst>
          </p:cNvPr>
          <p:cNvSpPr txBox="1">
            <a:spLocks/>
          </p:cNvSpPr>
          <p:nvPr userDrawn="1"/>
        </p:nvSpPr>
        <p:spPr>
          <a:xfrm>
            <a:off x="3105130" y="1692283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/>
              <a:t>Learnings</a:t>
            </a:r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BC2FE6-FB54-C174-1030-8D549B73D0B2}"/>
              </a:ext>
            </a:extLst>
          </p:cNvPr>
          <p:cNvSpPr/>
          <p:nvPr userDrawn="1"/>
        </p:nvSpPr>
        <p:spPr>
          <a:xfrm>
            <a:off x="304802" y="4259918"/>
            <a:ext cx="5674894" cy="2107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CF2237-F1D0-FA59-6DD6-18D0ACC2581C}"/>
              </a:ext>
            </a:extLst>
          </p:cNvPr>
          <p:cNvSpPr txBox="1">
            <a:spLocks/>
          </p:cNvSpPr>
          <p:nvPr userDrawn="1"/>
        </p:nvSpPr>
        <p:spPr>
          <a:xfrm>
            <a:off x="479261" y="4427003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/>
              <a:t>Results</a:t>
            </a:r>
            <a:endParaRPr lang="en-US" sz="1200"/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5BC8CAA8-CFA4-6D3B-1A6C-72DC28238E6C}"/>
              </a:ext>
            </a:extLst>
          </p:cNvPr>
          <p:cNvSpPr/>
          <p:nvPr userDrawn="1"/>
        </p:nvSpPr>
        <p:spPr>
          <a:xfrm rot="10800000">
            <a:off x="1262765" y="4823705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867DC1F3-8BFE-1737-3318-D88118B60218}"/>
              </a:ext>
            </a:extLst>
          </p:cNvPr>
          <p:cNvSpPr/>
          <p:nvPr userDrawn="1"/>
        </p:nvSpPr>
        <p:spPr>
          <a:xfrm>
            <a:off x="1262765" y="6116148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AE68B214-DB1D-DAF8-C074-999B35C3AC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8420" y="5575539"/>
            <a:ext cx="1532642" cy="246221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Overall clicks</a:t>
            </a: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B7CDB372-22AC-E24E-49BD-D56103FD9B53}"/>
              </a:ext>
            </a:extLst>
          </p:cNvPr>
          <p:cNvSpPr/>
          <p:nvPr userDrawn="1"/>
        </p:nvSpPr>
        <p:spPr>
          <a:xfrm rot="10800000">
            <a:off x="2933521" y="4829766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9E850B81-696B-3E7A-551A-2EF3A8BF9AC8}"/>
              </a:ext>
            </a:extLst>
          </p:cNvPr>
          <p:cNvSpPr/>
          <p:nvPr userDrawn="1"/>
        </p:nvSpPr>
        <p:spPr>
          <a:xfrm>
            <a:off x="2933521" y="6122209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51B009D5-0821-F919-4B5D-031764E22F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29176" y="5581600"/>
            <a:ext cx="1532642" cy="246221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Overall clicks</a:t>
            </a:r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08482943-54C4-DA00-00F0-C1A47761D698}"/>
              </a:ext>
            </a:extLst>
          </p:cNvPr>
          <p:cNvSpPr/>
          <p:nvPr userDrawn="1"/>
        </p:nvSpPr>
        <p:spPr>
          <a:xfrm rot="10800000">
            <a:off x="4604277" y="4823705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168D1148-87A1-A606-F623-66A90A766475}"/>
              </a:ext>
            </a:extLst>
          </p:cNvPr>
          <p:cNvSpPr/>
          <p:nvPr userDrawn="1"/>
        </p:nvSpPr>
        <p:spPr>
          <a:xfrm>
            <a:off x="4604277" y="6116148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3F3A2463-3AE0-C38C-7967-CA4ECFB4C0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99932" y="5575539"/>
            <a:ext cx="1532642" cy="246221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Overall clicks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2C23B5E6-1BFC-CAA2-B291-6E3554DC0D8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8420" y="5113874"/>
            <a:ext cx="1532642" cy="461665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400" b="1">
                <a:solidFill>
                  <a:srgbClr val="2A2927"/>
                </a:solidFill>
              </a:defRPr>
            </a:lvl1pPr>
          </a:lstStyle>
          <a:p>
            <a:pPr algn="ctr"/>
            <a:r>
              <a:rPr lang="en-GB" sz="2400"/>
              <a:t>+XX%</a:t>
            </a:r>
            <a:endParaRPr lang="en-US" sz="2400"/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170D9D4E-1E83-1BD7-0A80-F2E986F0DC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29176" y="5113874"/>
            <a:ext cx="1532642" cy="461665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400" b="1">
                <a:solidFill>
                  <a:srgbClr val="2A2927"/>
                </a:solidFill>
              </a:defRPr>
            </a:lvl1pPr>
          </a:lstStyle>
          <a:p>
            <a:pPr algn="ctr"/>
            <a:r>
              <a:rPr lang="en-GB" sz="2400"/>
              <a:t>+XX%</a:t>
            </a:r>
            <a:endParaRPr lang="en-US" sz="2400"/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E99DEF2B-B5DE-4268-EEAF-1857B3C9701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99932" y="5113873"/>
            <a:ext cx="1532642" cy="461665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400" b="1">
                <a:solidFill>
                  <a:srgbClr val="2A2927"/>
                </a:solidFill>
              </a:defRPr>
            </a:lvl1pPr>
          </a:lstStyle>
          <a:p>
            <a:pPr algn="ctr"/>
            <a:r>
              <a:rPr lang="en-GB" sz="2400"/>
              <a:t>+XX%</a:t>
            </a:r>
            <a:endParaRPr lang="en-US" sz="2400"/>
          </a:p>
        </p:txBody>
      </p:sp>
      <p:sp>
        <p:nvSpPr>
          <p:cNvPr id="38" name="Date Placeholder 3">
            <a:extLst>
              <a:ext uri="{FF2B5EF4-FFF2-40B4-BE49-F238E27FC236}">
                <a16:creationId xmlns:a16="http://schemas.microsoft.com/office/drawing/2014/main" id="{E6019A84-BB7A-F1B2-5BA8-5DC808196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7369C895-6B34-D94A-B6CC-C4357BF05ADD}" type="datetimeyyyy">
              <a:rPr lang="en-GB" smtClean="0"/>
              <a:t>2026</a:t>
            </a:fld>
            <a:endParaRPr lang="en-US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136636CB-6CBE-B99A-AD9F-2C0D7759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2FDD15F-3735-D8A1-829E-99588BB65F26}"/>
              </a:ext>
            </a:extLst>
          </p:cNvPr>
          <p:cNvSpPr/>
          <p:nvPr userDrawn="1"/>
        </p:nvSpPr>
        <p:spPr>
          <a:xfrm rot="16200000">
            <a:off x="5715000" y="380998"/>
            <a:ext cx="6858001" cy="6095999"/>
          </a:xfrm>
          <a:prstGeom prst="snip2Diag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298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bg>
      <p:bgPr>
        <a:solidFill>
          <a:srgbClr val="2A2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4A54C3-B188-11EF-B8B3-0C676C7C1F7A}"/>
              </a:ext>
            </a:extLst>
          </p:cNvPr>
          <p:cNvSpPr/>
          <p:nvPr userDrawn="1"/>
        </p:nvSpPr>
        <p:spPr>
          <a:xfrm>
            <a:off x="304802" y="4259918"/>
            <a:ext cx="5674894" cy="2107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riangle 21">
            <a:extLst>
              <a:ext uri="{FF2B5EF4-FFF2-40B4-BE49-F238E27FC236}">
                <a16:creationId xmlns:a16="http://schemas.microsoft.com/office/drawing/2014/main" id="{06687326-6D48-7C5F-0D6F-5362A888C2B4}"/>
              </a:ext>
            </a:extLst>
          </p:cNvPr>
          <p:cNvSpPr/>
          <p:nvPr userDrawn="1"/>
        </p:nvSpPr>
        <p:spPr>
          <a:xfrm rot="10800000">
            <a:off x="1262765" y="4823705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22">
            <a:extLst>
              <a:ext uri="{FF2B5EF4-FFF2-40B4-BE49-F238E27FC236}">
                <a16:creationId xmlns:a16="http://schemas.microsoft.com/office/drawing/2014/main" id="{C560078B-5FFA-C469-6A38-C3FAD73DF74B}"/>
              </a:ext>
            </a:extLst>
          </p:cNvPr>
          <p:cNvSpPr/>
          <p:nvPr userDrawn="1"/>
        </p:nvSpPr>
        <p:spPr>
          <a:xfrm>
            <a:off x="1262765" y="6116148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F7060584-5C49-BB7C-FB4B-6281ED70AFF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8420" y="5575539"/>
            <a:ext cx="1532642" cy="246221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Overall clicks</a:t>
            </a:r>
          </a:p>
        </p:txBody>
      </p:sp>
      <p:sp>
        <p:nvSpPr>
          <p:cNvPr id="12" name="Triangle 26">
            <a:extLst>
              <a:ext uri="{FF2B5EF4-FFF2-40B4-BE49-F238E27FC236}">
                <a16:creationId xmlns:a16="http://schemas.microsoft.com/office/drawing/2014/main" id="{B4B7C1C6-79A6-3A22-24D6-AA14F5ED8EC2}"/>
              </a:ext>
            </a:extLst>
          </p:cNvPr>
          <p:cNvSpPr/>
          <p:nvPr userDrawn="1"/>
        </p:nvSpPr>
        <p:spPr>
          <a:xfrm rot="10800000">
            <a:off x="2933521" y="4829766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riangle 27">
            <a:extLst>
              <a:ext uri="{FF2B5EF4-FFF2-40B4-BE49-F238E27FC236}">
                <a16:creationId xmlns:a16="http://schemas.microsoft.com/office/drawing/2014/main" id="{C3D916AB-FD49-CD4F-B9D4-123803F61774}"/>
              </a:ext>
            </a:extLst>
          </p:cNvPr>
          <p:cNvSpPr/>
          <p:nvPr userDrawn="1"/>
        </p:nvSpPr>
        <p:spPr>
          <a:xfrm>
            <a:off x="2933521" y="6122209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728B54EE-7350-511A-D424-9C374A2C4C3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29176" y="5581600"/>
            <a:ext cx="1532642" cy="246221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Overall clicks</a:t>
            </a:r>
          </a:p>
        </p:txBody>
      </p:sp>
      <p:sp>
        <p:nvSpPr>
          <p:cNvPr id="16" name="Triangle 30">
            <a:extLst>
              <a:ext uri="{FF2B5EF4-FFF2-40B4-BE49-F238E27FC236}">
                <a16:creationId xmlns:a16="http://schemas.microsoft.com/office/drawing/2014/main" id="{B31F75D9-7EA7-7123-ABB6-E9DBC97D33AB}"/>
              </a:ext>
            </a:extLst>
          </p:cNvPr>
          <p:cNvSpPr/>
          <p:nvPr userDrawn="1"/>
        </p:nvSpPr>
        <p:spPr>
          <a:xfrm rot="10800000">
            <a:off x="4604277" y="4823705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riangle 31">
            <a:extLst>
              <a:ext uri="{FF2B5EF4-FFF2-40B4-BE49-F238E27FC236}">
                <a16:creationId xmlns:a16="http://schemas.microsoft.com/office/drawing/2014/main" id="{994D38A2-72E8-5A8A-C089-FF2085843164}"/>
              </a:ext>
            </a:extLst>
          </p:cNvPr>
          <p:cNvSpPr/>
          <p:nvPr userDrawn="1"/>
        </p:nvSpPr>
        <p:spPr>
          <a:xfrm>
            <a:off x="4604277" y="6116148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497FDE9-6995-60B7-4F58-2769E35604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99932" y="5575539"/>
            <a:ext cx="1532642" cy="246221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000">
                <a:solidFill>
                  <a:srgbClr val="2A2927"/>
                </a:solidFill>
              </a:defRPr>
            </a:lvl1pPr>
          </a:lstStyle>
          <a:p>
            <a:pPr lvl="0"/>
            <a:r>
              <a:rPr lang="en-US"/>
              <a:t>Overall clicks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6CD7F02-7FDD-82F9-22DD-19F6BC6639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8420" y="5113874"/>
            <a:ext cx="1532642" cy="461665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400" b="1">
                <a:solidFill>
                  <a:srgbClr val="2A2927"/>
                </a:solidFill>
              </a:defRPr>
            </a:lvl1pPr>
          </a:lstStyle>
          <a:p>
            <a:pPr algn="ctr"/>
            <a:r>
              <a:rPr lang="en-GB" sz="2400"/>
              <a:t>+XX%</a:t>
            </a:r>
            <a:endParaRPr lang="en-US" sz="240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00034DCB-4EE3-684C-B4EE-A962809C83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29176" y="5113874"/>
            <a:ext cx="1532642" cy="461665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400" b="1">
                <a:solidFill>
                  <a:srgbClr val="2A2927"/>
                </a:solidFill>
              </a:defRPr>
            </a:lvl1pPr>
          </a:lstStyle>
          <a:p>
            <a:pPr algn="ctr"/>
            <a:r>
              <a:rPr lang="en-GB" sz="2400"/>
              <a:t>+XX%</a:t>
            </a:r>
            <a:endParaRPr lang="en-US" sz="240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86BC26B-41FD-CCB3-43C3-812E6039A63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99932" y="5113873"/>
            <a:ext cx="1532642" cy="461665"/>
          </a:xfrm>
        </p:spPr>
        <p:txBody>
          <a:bodyPr wrap="square">
            <a:spAutoFit/>
          </a:bodyPr>
          <a:lstStyle>
            <a:lvl1pPr marL="6350" indent="-6350" algn="ctr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2400" b="1">
                <a:solidFill>
                  <a:srgbClr val="2A2927"/>
                </a:solidFill>
              </a:defRPr>
            </a:lvl1pPr>
          </a:lstStyle>
          <a:p>
            <a:pPr algn="ctr"/>
            <a:r>
              <a:rPr lang="en-GB" sz="2400"/>
              <a:t>+XX%</a:t>
            </a:r>
            <a:endParaRPr lang="en-US" sz="2400"/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C50F97D5-2A57-E97F-F4F1-AFEA5E8B179E}"/>
              </a:ext>
            </a:extLst>
          </p:cNvPr>
          <p:cNvSpPr/>
          <p:nvPr userDrawn="1"/>
        </p:nvSpPr>
        <p:spPr>
          <a:xfrm rot="16200000">
            <a:off x="5715000" y="380998"/>
            <a:ext cx="6858001" cy="6095999"/>
          </a:xfrm>
          <a:prstGeom prst="snip2DiagRect">
            <a:avLst/>
          </a:prstGeom>
          <a:solidFill>
            <a:srgbClr val="F4F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DF6967-4209-530E-17B2-1DD84FAB43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2590" y="346635"/>
            <a:ext cx="5525814" cy="341632"/>
          </a:xfrm>
          <a:noFill/>
        </p:spPr>
        <p:txBody>
          <a:bodyPr wrap="square" anchor="t">
            <a:spAutoFit/>
          </a:bodyPr>
          <a:lstStyle>
            <a:lvl1pPr algn="l">
              <a:defRPr sz="18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Title for case study</a:t>
            </a:r>
            <a:endParaRPr lang="en-US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CBE9B6A-043E-5B1D-CB78-1CE180EA94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64" y="1482456"/>
            <a:ext cx="5525813" cy="913070"/>
          </a:xfrm>
        </p:spPr>
        <p:txBody>
          <a:bodyPr wrap="square">
            <a:spAutoFit/>
          </a:bodyPr>
          <a:lstStyle>
            <a:lvl1pPr marL="138113" indent="-133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Integer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erat</a:t>
            </a:r>
            <a:r>
              <a:rPr lang="en-GB">
                <a:effectLst/>
              </a:rPr>
              <a:t> a ante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>
                <a:effectLst/>
              </a:rPr>
              <a:t>Donec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metus</a:t>
            </a:r>
            <a:r>
              <a:rPr lang="en-GB">
                <a:effectLst/>
              </a:rPr>
              <a:t> auctor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tellus</a:t>
            </a:r>
            <a:r>
              <a:rPr lang="en-GB">
                <a:effectLst/>
              </a:rPr>
              <a:t> ac cursus </a:t>
            </a:r>
            <a:r>
              <a:rPr lang="en-GB" err="1">
                <a:effectLst/>
              </a:rPr>
              <a:t>commodo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nibh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fermentum </a:t>
            </a:r>
          </a:p>
          <a:p>
            <a:pPr lvl="0"/>
            <a:r>
              <a:rPr lang="en-GB">
                <a:effectLst/>
              </a:rPr>
              <a:t>fermentum.</a:t>
            </a:r>
            <a:endParaRPr lang="en-US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E2B4502-C99E-831C-FFCA-3350CA5115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6964" y="2927024"/>
            <a:ext cx="5525813" cy="1066959"/>
          </a:xfrm>
        </p:spPr>
        <p:txBody>
          <a:bodyPr wrap="square">
            <a:spAutoFit/>
          </a:bodyPr>
          <a:lstStyle>
            <a:lvl1pPr marL="138113" indent="-133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Integer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erat</a:t>
            </a:r>
            <a:r>
              <a:rPr lang="en-GB">
                <a:effectLst/>
              </a:rPr>
              <a:t> a ante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>
                <a:effectLst/>
              </a:rPr>
              <a:t>Donec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metus</a:t>
            </a:r>
            <a:r>
              <a:rPr lang="en-GB">
                <a:effectLst/>
              </a:rPr>
              <a:t> auctor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tellus</a:t>
            </a:r>
            <a:r>
              <a:rPr lang="en-GB">
                <a:effectLst/>
              </a:rPr>
              <a:t> ac cursus </a:t>
            </a:r>
            <a:r>
              <a:rPr lang="en-GB" err="1">
                <a:effectLst/>
              </a:rPr>
              <a:t>commodo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nibh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fermentum </a:t>
            </a:r>
          </a:p>
          <a:p>
            <a:pPr lvl="0"/>
            <a:r>
              <a:rPr lang="en-GB">
                <a:effectLst/>
              </a:rPr>
              <a:t>Maecenas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risus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varius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non magna Cras </a:t>
            </a:r>
            <a:r>
              <a:rPr lang="en-GB" err="1">
                <a:effectLst/>
              </a:rPr>
              <a:t>mattis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fermentum.</a:t>
            </a:r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CF2237-F1D0-FA59-6DD6-18D0ACC2581C}"/>
              </a:ext>
            </a:extLst>
          </p:cNvPr>
          <p:cNvSpPr txBox="1">
            <a:spLocks/>
          </p:cNvSpPr>
          <p:nvPr userDrawn="1"/>
        </p:nvSpPr>
        <p:spPr>
          <a:xfrm>
            <a:off x="479261" y="4427003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>
                <a:solidFill>
                  <a:schemeClr val="tx1"/>
                </a:solidFill>
              </a:rPr>
              <a:t>Results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8" name="Date Placeholder 3">
            <a:extLst>
              <a:ext uri="{FF2B5EF4-FFF2-40B4-BE49-F238E27FC236}">
                <a16:creationId xmlns:a16="http://schemas.microsoft.com/office/drawing/2014/main" id="{E6019A84-BB7A-F1B2-5BA8-5DC808196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7369C895-6B34-D94A-B6CC-C4357BF05ADD}" type="datetimeyyyy">
              <a:rPr lang="en-GB" smtClean="0"/>
              <a:pPr/>
              <a:t>2026</a:t>
            </a:fld>
            <a:endParaRPr lang="en-US" sz="900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136636CB-6CBE-B99A-AD9F-2C0D7759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8D0D2-AFA4-6444-8A99-3A1D63DD3225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F0AAF7-8A72-52A3-6A4E-8FC3AE43B7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12154" y="397008"/>
            <a:ext cx="1225256" cy="30431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80033CD-CBD2-2A95-7A03-ABE39F153FFB}"/>
              </a:ext>
            </a:extLst>
          </p:cNvPr>
          <p:cNvSpPr txBox="1">
            <a:spLocks/>
          </p:cNvSpPr>
          <p:nvPr userDrawn="1"/>
        </p:nvSpPr>
        <p:spPr>
          <a:xfrm>
            <a:off x="356965" y="1056839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>
                <a:solidFill>
                  <a:srgbClr val="F4F2E3"/>
                </a:solidFill>
              </a:rPr>
              <a:t>Overview</a:t>
            </a:r>
            <a:endParaRPr lang="en-US" sz="1200">
              <a:solidFill>
                <a:srgbClr val="F4F2E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30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bg>
      <p:bgPr>
        <a:solidFill>
          <a:srgbClr val="2A29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C50F97D5-2A57-E97F-F4F1-AFEA5E8B179E}"/>
              </a:ext>
            </a:extLst>
          </p:cNvPr>
          <p:cNvSpPr/>
          <p:nvPr userDrawn="1"/>
        </p:nvSpPr>
        <p:spPr>
          <a:xfrm rot="16200000">
            <a:off x="5715000" y="380998"/>
            <a:ext cx="6858001" cy="6095999"/>
          </a:xfrm>
          <a:prstGeom prst="snip2DiagRect">
            <a:avLst/>
          </a:prstGeom>
          <a:solidFill>
            <a:srgbClr val="F4F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DF6967-4209-530E-17B2-1DD84FAB43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2590" y="346635"/>
            <a:ext cx="5525814" cy="341632"/>
          </a:xfrm>
          <a:noFill/>
        </p:spPr>
        <p:txBody>
          <a:bodyPr wrap="square" anchor="t">
            <a:spAutoFit/>
          </a:bodyPr>
          <a:lstStyle>
            <a:lvl1pPr algn="l">
              <a:defRPr sz="18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Title for case study</a:t>
            </a:r>
            <a:endParaRPr lang="en-US"/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CBE9B6A-043E-5B1D-CB78-1CE180EA94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64" y="1482456"/>
            <a:ext cx="5525813" cy="913070"/>
          </a:xfrm>
        </p:spPr>
        <p:txBody>
          <a:bodyPr wrap="square">
            <a:spAutoFit/>
          </a:bodyPr>
          <a:lstStyle>
            <a:lvl1pPr marL="138113" indent="-133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Integer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erat</a:t>
            </a:r>
            <a:r>
              <a:rPr lang="en-GB">
                <a:effectLst/>
              </a:rPr>
              <a:t> a ante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>
                <a:effectLst/>
              </a:rPr>
              <a:t>Donec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metus</a:t>
            </a:r>
            <a:r>
              <a:rPr lang="en-GB">
                <a:effectLst/>
              </a:rPr>
              <a:t> auctor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tellus</a:t>
            </a:r>
            <a:r>
              <a:rPr lang="en-GB">
                <a:effectLst/>
              </a:rPr>
              <a:t> ac cursus </a:t>
            </a:r>
            <a:r>
              <a:rPr lang="en-GB" err="1">
                <a:effectLst/>
              </a:rPr>
              <a:t>commodo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nibh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fermentum </a:t>
            </a:r>
          </a:p>
          <a:p>
            <a:pPr lvl="0"/>
            <a:r>
              <a:rPr lang="en-GB">
                <a:effectLst/>
              </a:rPr>
              <a:t>fermentum.</a:t>
            </a:r>
            <a:endParaRPr lang="en-US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EE2B4502-C99E-831C-FFCA-3350CA5115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6964" y="2927024"/>
            <a:ext cx="5525813" cy="1066959"/>
          </a:xfrm>
        </p:spPr>
        <p:txBody>
          <a:bodyPr wrap="square">
            <a:spAutoFit/>
          </a:bodyPr>
          <a:lstStyle>
            <a:lvl1pPr marL="138113" indent="-133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Integer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erat</a:t>
            </a:r>
            <a:r>
              <a:rPr lang="en-GB">
                <a:effectLst/>
              </a:rPr>
              <a:t> a ante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>
                <a:effectLst/>
              </a:rPr>
              <a:t>Donec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metus</a:t>
            </a:r>
            <a:r>
              <a:rPr lang="en-GB">
                <a:effectLst/>
              </a:rPr>
              <a:t> auctor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tellus</a:t>
            </a:r>
            <a:r>
              <a:rPr lang="en-GB">
                <a:effectLst/>
              </a:rPr>
              <a:t> ac cursus </a:t>
            </a:r>
            <a:r>
              <a:rPr lang="en-GB" err="1">
                <a:effectLst/>
              </a:rPr>
              <a:t>commodo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nibh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fermentum </a:t>
            </a:r>
          </a:p>
          <a:p>
            <a:pPr lvl="0"/>
            <a:r>
              <a:rPr lang="en-GB">
                <a:effectLst/>
              </a:rPr>
              <a:t>Maecenas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risus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varius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non magna Cras </a:t>
            </a:r>
            <a:r>
              <a:rPr lang="en-GB" err="1">
                <a:effectLst/>
              </a:rPr>
              <a:t>mattis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fermentum.</a:t>
            </a:r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CCF2237-F1D0-FA59-6DD6-18D0ACC2581C}"/>
              </a:ext>
            </a:extLst>
          </p:cNvPr>
          <p:cNvSpPr txBox="1">
            <a:spLocks/>
          </p:cNvSpPr>
          <p:nvPr userDrawn="1"/>
        </p:nvSpPr>
        <p:spPr>
          <a:xfrm>
            <a:off x="479261" y="4427003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/>
              <a:t>Results</a:t>
            </a:r>
            <a:endParaRPr lang="en-US" sz="1200"/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5BC8CAA8-CFA4-6D3B-1A6C-72DC28238E6C}"/>
              </a:ext>
            </a:extLst>
          </p:cNvPr>
          <p:cNvSpPr/>
          <p:nvPr userDrawn="1"/>
        </p:nvSpPr>
        <p:spPr>
          <a:xfrm rot="10800000">
            <a:off x="1419177" y="4739481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867DC1F3-8BFE-1737-3318-D88118B60218}"/>
              </a:ext>
            </a:extLst>
          </p:cNvPr>
          <p:cNvSpPr/>
          <p:nvPr userDrawn="1"/>
        </p:nvSpPr>
        <p:spPr>
          <a:xfrm>
            <a:off x="1419177" y="6116148"/>
            <a:ext cx="123954" cy="106857"/>
          </a:xfrm>
          <a:prstGeom prst="triangle">
            <a:avLst/>
          </a:prstGeom>
          <a:solidFill>
            <a:srgbClr val="2A29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ate Placeholder 3">
            <a:extLst>
              <a:ext uri="{FF2B5EF4-FFF2-40B4-BE49-F238E27FC236}">
                <a16:creationId xmlns:a16="http://schemas.microsoft.com/office/drawing/2014/main" id="{E6019A84-BB7A-F1B2-5BA8-5DC808196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7369C895-6B34-D94A-B6CC-C4357BF05ADD}" type="datetimeyyyy">
              <a:rPr lang="en-GB" smtClean="0"/>
              <a:pPr/>
              <a:t>2026</a:t>
            </a:fld>
            <a:endParaRPr lang="en-US" sz="900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136636CB-6CBE-B99A-AD9F-2C0D7759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8D0D2-AFA4-6444-8A99-3A1D63DD3225}" type="slidenum">
              <a:rPr lang="en-US" smtClean="0"/>
              <a:pPr/>
              <a:t>‹#›</a:t>
            </a:fld>
            <a:endParaRPr lang="en-US" sz="9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F0AAF7-8A72-52A3-6A4E-8FC3AE43B7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12154" y="397008"/>
            <a:ext cx="1225256" cy="30431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80033CD-CBD2-2A95-7A03-ABE39F153FFB}"/>
              </a:ext>
            </a:extLst>
          </p:cNvPr>
          <p:cNvSpPr txBox="1">
            <a:spLocks/>
          </p:cNvSpPr>
          <p:nvPr userDrawn="1"/>
        </p:nvSpPr>
        <p:spPr>
          <a:xfrm>
            <a:off x="356965" y="1056839"/>
            <a:ext cx="3600773" cy="2585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i="0" kern="1200">
                <a:solidFill>
                  <a:srgbClr val="2A292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200">
                <a:solidFill>
                  <a:srgbClr val="F4F2E3"/>
                </a:solidFill>
              </a:rPr>
              <a:t>Overview</a:t>
            </a:r>
            <a:endParaRPr lang="en-US" sz="1200">
              <a:solidFill>
                <a:srgbClr val="F4F2E3"/>
              </a:solidFill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FCA3264-1C1D-B795-A3B6-020CDC757EA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1389" y="4680187"/>
            <a:ext cx="5525813" cy="1066959"/>
          </a:xfrm>
        </p:spPr>
        <p:txBody>
          <a:bodyPr wrap="square">
            <a:spAutoFit/>
          </a:bodyPr>
          <a:lstStyle>
            <a:lvl1pPr marL="138113" indent="-133350" hangingPunct="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/>
              <a:defRPr sz="1000">
                <a:solidFill>
                  <a:srgbClr val="F4F2E3"/>
                </a:solidFill>
              </a:defRPr>
            </a:lvl1pPr>
          </a:lstStyle>
          <a:p>
            <a:pPr lvl="0"/>
            <a:r>
              <a:rPr lang="en-GB">
                <a:effectLst/>
              </a:rPr>
              <a:t>Integer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erat</a:t>
            </a:r>
            <a:r>
              <a:rPr lang="en-GB">
                <a:effectLst/>
              </a:rPr>
              <a:t> a ante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posuere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>
                <a:effectLst/>
              </a:rPr>
              <a:t>Donec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non </a:t>
            </a:r>
            <a:r>
              <a:rPr lang="en-GB" err="1">
                <a:effectLst/>
              </a:rPr>
              <a:t>metus</a:t>
            </a:r>
            <a:r>
              <a:rPr lang="en-GB">
                <a:effectLst/>
              </a:rPr>
              <a:t> auctor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tellus</a:t>
            </a:r>
            <a:r>
              <a:rPr lang="en-GB">
                <a:effectLst/>
              </a:rPr>
              <a:t> ac cursus </a:t>
            </a:r>
            <a:r>
              <a:rPr lang="en-GB" err="1">
                <a:effectLst/>
              </a:rPr>
              <a:t>commodo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mauris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condimentum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nibh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ut</a:t>
            </a:r>
            <a:r>
              <a:rPr lang="en-GB">
                <a:effectLst/>
              </a:rPr>
              <a:t> fermentum </a:t>
            </a:r>
          </a:p>
          <a:p>
            <a:pPr lvl="0"/>
            <a:r>
              <a:rPr lang="en-GB">
                <a:effectLst/>
              </a:rPr>
              <a:t>Maecenas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diam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eget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risus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varius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blandit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non magna Cras </a:t>
            </a:r>
            <a:r>
              <a:rPr lang="en-GB" err="1">
                <a:effectLst/>
              </a:rPr>
              <a:t>mattis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fermentum.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3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7"/>
            <a:ext cx="7178884" cy="178299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CFB7A39-5DF3-DB1B-6D5A-44CB2EF45B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4686314"/>
            <a:ext cx="12216441" cy="220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896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7B15-0A21-96BF-E5DE-19528D61C1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6965" y="1377210"/>
            <a:ext cx="5214257" cy="313932"/>
          </a:xfrm>
          <a:noFill/>
        </p:spPr>
        <p:txBody>
          <a:bodyPr wrap="square" anchor="t">
            <a:spAutoFit/>
          </a:bodyPr>
          <a:lstStyle>
            <a:lvl1pPr algn="l">
              <a:defRPr sz="1600" b="1" i="0">
                <a:solidFill>
                  <a:srgbClr val="F4F2E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>
                <a:effectLst/>
              </a:rPr>
              <a:t>Icons</a:t>
            </a:r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C4480BD-C01E-F7BD-7FF1-8FD76FE0F3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883" y="397008"/>
            <a:ext cx="1225256" cy="304312"/>
          </a:xfrm>
          <a:prstGeom prst="rect">
            <a:avLst/>
          </a:prstGeom>
        </p:spPr>
      </p:pic>
      <p:pic>
        <p:nvPicPr>
          <p:cNvPr id="49" name="Picture 48" descr="A green line in a circle&#10;&#10;AI-generated content may be incorrect.">
            <a:extLst>
              <a:ext uri="{FF2B5EF4-FFF2-40B4-BE49-F238E27FC236}">
                <a16:creationId xmlns:a16="http://schemas.microsoft.com/office/drawing/2014/main" id="{27329714-6A4D-0D3D-36A6-B4BB88DA28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61501" y="2260364"/>
            <a:ext cx="437376" cy="437376"/>
          </a:xfrm>
          <a:prstGeom prst="rect">
            <a:avLst/>
          </a:prstGeom>
        </p:spPr>
      </p:pic>
      <p:pic>
        <p:nvPicPr>
          <p:cNvPr id="51" name="Picture 50" descr="A green graph with arrow pointing up&#10;&#10;AI-generated content may be incorrect.">
            <a:extLst>
              <a:ext uri="{FF2B5EF4-FFF2-40B4-BE49-F238E27FC236}">
                <a16:creationId xmlns:a16="http://schemas.microsoft.com/office/drawing/2014/main" id="{5632D5B4-39EB-67E8-7F3F-1B14CE988B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570796" y="2763413"/>
            <a:ext cx="437376" cy="437376"/>
          </a:xfrm>
          <a:prstGeom prst="rect">
            <a:avLst/>
          </a:prstGeom>
        </p:spPr>
      </p:pic>
      <p:pic>
        <p:nvPicPr>
          <p:cNvPr id="53" name="Picture 52" descr="A green neon light in a circle&#10;&#10;AI-generated content may be incorrect.">
            <a:extLst>
              <a:ext uri="{FF2B5EF4-FFF2-40B4-BE49-F238E27FC236}">
                <a16:creationId xmlns:a16="http://schemas.microsoft.com/office/drawing/2014/main" id="{0A20F2EE-5326-366F-53FC-6F1446CDE1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88614" y="3283808"/>
            <a:ext cx="437376" cy="437376"/>
          </a:xfrm>
          <a:prstGeom prst="rect">
            <a:avLst/>
          </a:prstGeom>
        </p:spPr>
      </p:pic>
      <p:pic>
        <p:nvPicPr>
          <p:cNvPr id="55" name="Picture 54" descr="A green book in a circle&#10;&#10;AI-generated content may be incorrect.">
            <a:extLst>
              <a:ext uri="{FF2B5EF4-FFF2-40B4-BE49-F238E27FC236}">
                <a16:creationId xmlns:a16="http://schemas.microsoft.com/office/drawing/2014/main" id="{B3B6E362-C0ED-C1A5-0065-13BBE358C6E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74164" y="3283808"/>
            <a:ext cx="437376" cy="437376"/>
          </a:xfrm>
          <a:prstGeom prst="rect">
            <a:avLst/>
          </a:prstGeom>
        </p:spPr>
      </p:pic>
      <p:pic>
        <p:nvPicPr>
          <p:cNvPr id="57" name="Picture 56" descr="A green light with a pen and a book&#10;&#10;AI-generated content may be incorrect.">
            <a:extLst>
              <a:ext uri="{FF2B5EF4-FFF2-40B4-BE49-F238E27FC236}">
                <a16:creationId xmlns:a16="http://schemas.microsoft.com/office/drawing/2014/main" id="{CDD4D9B9-C240-32E6-FCA5-D926A8D166E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543965" y="3283808"/>
            <a:ext cx="437376" cy="437376"/>
          </a:xfrm>
          <a:prstGeom prst="rect">
            <a:avLst/>
          </a:prstGeom>
        </p:spPr>
      </p:pic>
      <p:pic>
        <p:nvPicPr>
          <p:cNvPr id="59" name="Picture 58" descr="A green check mark in a square&#10;&#10;AI-generated content may be incorrect.">
            <a:extLst>
              <a:ext uri="{FF2B5EF4-FFF2-40B4-BE49-F238E27FC236}">
                <a16:creationId xmlns:a16="http://schemas.microsoft.com/office/drawing/2014/main" id="{0C37F1DC-F159-DC7D-2790-5D86C977C8A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030610" y="3283808"/>
            <a:ext cx="437376" cy="437376"/>
          </a:xfrm>
          <a:prstGeom prst="rect">
            <a:avLst/>
          </a:prstGeom>
        </p:spPr>
      </p:pic>
      <p:pic>
        <p:nvPicPr>
          <p:cNvPr id="61" name="Picture 60" descr="A green square with a black background&#10;&#10;AI-generated content may be incorrect.">
            <a:extLst>
              <a:ext uri="{FF2B5EF4-FFF2-40B4-BE49-F238E27FC236}">
                <a16:creationId xmlns:a16="http://schemas.microsoft.com/office/drawing/2014/main" id="{200CC32A-5652-259A-85EB-F6986E6AA70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505493" y="3289831"/>
            <a:ext cx="437376" cy="437376"/>
          </a:xfrm>
          <a:prstGeom prst="rect">
            <a:avLst/>
          </a:prstGeom>
        </p:spPr>
      </p:pic>
      <p:pic>
        <p:nvPicPr>
          <p:cNvPr id="63" name="Picture 62" descr="A green light with a magnifying glass&#10;&#10;AI-generated content may be incorrect.">
            <a:extLst>
              <a:ext uri="{FF2B5EF4-FFF2-40B4-BE49-F238E27FC236}">
                <a16:creationId xmlns:a16="http://schemas.microsoft.com/office/drawing/2014/main" id="{21BBF35D-C72B-377F-C1B5-DABA34E0F30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75294" y="3283808"/>
            <a:ext cx="437376" cy="437376"/>
          </a:xfrm>
          <a:prstGeom prst="rect">
            <a:avLst/>
          </a:prstGeom>
        </p:spPr>
      </p:pic>
      <p:pic>
        <p:nvPicPr>
          <p:cNvPr id="65" name="Picture 64" descr="A green line in a square with a graph in it&#10;&#10;AI-generated content may be incorrect.">
            <a:extLst>
              <a:ext uri="{FF2B5EF4-FFF2-40B4-BE49-F238E27FC236}">
                <a16:creationId xmlns:a16="http://schemas.microsoft.com/office/drawing/2014/main" id="{399B803E-1D73-21B8-57E3-4CA4DF16DDC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28883" y="3269555"/>
            <a:ext cx="437376" cy="437376"/>
          </a:xfrm>
          <a:prstGeom prst="rect">
            <a:avLst/>
          </a:prstGeom>
        </p:spPr>
      </p:pic>
      <p:pic>
        <p:nvPicPr>
          <p:cNvPr id="67" name="Picture 66" descr="A green pencil in a square&#10;&#10;AI-generated content may be incorrect.">
            <a:extLst>
              <a:ext uri="{FF2B5EF4-FFF2-40B4-BE49-F238E27FC236}">
                <a16:creationId xmlns:a16="http://schemas.microsoft.com/office/drawing/2014/main" id="{74428173-08CA-749E-4333-B2964D77EAD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070155" y="2763413"/>
            <a:ext cx="437376" cy="437376"/>
          </a:xfrm>
          <a:prstGeom prst="rect">
            <a:avLst/>
          </a:prstGeom>
        </p:spPr>
      </p:pic>
      <p:pic>
        <p:nvPicPr>
          <p:cNvPr id="69" name="Picture 68" descr="A green circle with a circle in the middle&#10;&#10;AI-generated content may be incorrect.">
            <a:extLst>
              <a:ext uri="{FF2B5EF4-FFF2-40B4-BE49-F238E27FC236}">
                <a16:creationId xmlns:a16="http://schemas.microsoft.com/office/drawing/2014/main" id="{F3D164B5-34C5-3B64-A09A-C85403B7667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012942" y="2260364"/>
            <a:ext cx="437376" cy="437376"/>
          </a:xfrm>
          <a:prstGeom prst="rect">
            <a:avLst/>
          </a:prstGeom>
        </p:spPr>
      </p:pic>
      <p:pic>
        <p:nvPicPr>
          <p:cNvPr id="71" name="Picture 70" descr="A green graph in a circle&#10;&#10;AI-generated content may be incorrect.">
            <a:extLst>
              <a:ext uri="{FF2B5EF4-FFF2-40B4-BE49-F238E27FC236}">
                <a16:creationId xmlns:a16="http://schemas.microsoft.com/office/drawing/2014/main" id="{C7D51290-30D4-A79B-4B29-2FC40614476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070155" y="2249827"/>
            <a:ext cx="437376" cy="437376"/>
          </a:xfrm>
          <a:prstGeom prst="rect">
            <a:avLst/>
          </a:prstGeom>
        </p:spPr>
      </p:pic>
      <p:pic>
        <p:nvPicPr>
          <p:cNvPr id="73" name="Picture 72" descr="A green symbol in a circle&#10;&#10;AI-generated content may be incorrect.">
            <a:extLst>
              <a:ext uri="{FF2B5EF4-FFF2-40B4-BE49-F238E27FC236}">
                <a16:creationId xmlns:a16="http://schemas.microsoft.com/office/drawing/2014/main" id="{249EB008-B980-0D9D-490B-E6E4A2C1ED00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546047" y="2763413"/>
            <a:ext cx="437376" cy="437376"/>
          </a:xfrm>
          <a:prstGeom prst="rect">
            <a:avLst/>
          </a:prstGeom>
        </p:spPr>
      </p:pic>
      <p:pic>
        <p:nvPicPr>
          <p:cNvPr id="75" name="Picture 74" descr="A green line on a black circle&#10;&#10;AI-generated content may be incorrect.">
            <a:extLst>
              <a:ext uri="{FF2B5EF4-FFF2-40B4-BE49-F238E27FC236}">
                <a16:creationId xmlns:a16="http://schemas.microsoft.com/office/drawing/2014/main" id="{F523F8BF-B3B1-EDFD-40FE-87EA933204C6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28883" y="2772086"/>
            <a:ext cx="437376" cy="437376"/>
          </a:xfrm>
          <a:prstGeom prst="rect">
            <a:avLst/>
          </a:prstGeom>
        </p:spPr>
      </p:pic>
      <p:pic>
        <p:nvPicPr>
          <p:cNvPr id="77" name="Picture 76" descr="A green pin in a circle&#10;&#10;AI-generated content may be incorrect.">
            <a:extLst>
              <a:ext uri="{FF2B5EF4-FFF2-40B4-BE49-F238E27FC236}">
                <a16:creationId xmlns:a16="http://schemas.microsoft.com/office/drawing/2014/main" id="{FF238005-CFC5-DE65-BA9B-DAE040E3CFFE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428883" y="2274617"/>
            <a:ext cx="437376" cy="437376"/>
          </a:xfrm>
          <a:prstGeom prst="rect">
            <a:avLst/>
          </a:prstGeom>
        </p:spPr>
      </p:pic>
      <p:pic>
        <p:nvPicPr>
          <p:cNvPr id="79" name="Picture 78" descr="A green scales in a circle&#10;&#10;AI-generated content may be incorrect.">
            <a:extLst>
              <a:ext uri="{FF2B5EF4-FFF2-40B4-BE49-F238E27FC236}">
                <a16:creationId xmlns:a16="http://schemas.microsoft.com/office/drawing/2014/main" id="{925C430E-C87E-D148-1D11-6FF043533A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023510" y="2763413"/>
            <a:ext cx="437376" cy="437376"/>
          </a:xfrm>
          <a:prstGeom prst="rect">
            <a:avLst/>
          </a:prstGeom>
        </p:spPr>
      </p:pic>
      <p:pic>
        <p:nvPicPr>
          <p:cNvPr id="81" name="Picture 80" descr="A green and black circle with a paper roll&#10;&#10;AI-generated content may be incorrect.">
            <a:extLst>
              <a:ext uri="{FF2B5EF4-FFF2-40B4-BE49-F238E27FC236}">
                <a16:creationId xmlns:a16="http://schemas.microsoft.com/office/drawing/2014/main" id="{FF968AD5-3C8F-0C11-69C3-44867BFED620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493462" y="2254341"/>
            <a:ext cx="437376" cy="437376"/>
          </a:xfrm>
          <a:prstGeom prst="rect">
            <a:avLst/>
          </a:prstGeom>
        </p:spPr>
      </p:pic>
      <p:pic>
        <p:nvPicPr>
          <p:cNvPr id="83" name="Picture 82" descr="A green light on a black background&#10;&#10;AI-generated content may be incorrect.">
            <a:extLst>
              <a:ext uri="{FF2B5EF4-FFF2-40B4-BE49-F238E27FC236}">
                <a16:creationId xmlns:a16="http://schemas.microsoft.com/office/drawing/2014/main" id="{83A4D1BD-0B59-1F1E-7E87-0115CE03ADD3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499402" y="2772086"/>
            <a:ext cx="437376" cy="437376"/>
          </a:xfrm>
          <a:prstGeom prst="rect">
            <a:avLst/>
          </a:prstGeom>
        </p:spPr>
      </p:pic>
      <p:pic>
        <p:nvPicPr>
          <p:cNvPr id="85" name="Picture 84" descr="A green globe in a circle&#10;&#10;AI-generated content may be incorrect.">
            <a:extLst>
              <a:ext uri="{FF2B5EF4-FFF2-40B4-BE49-F238E27FC236}">
                <a16:creationId xmlns:a16="http://schemas.microsoft.com/office/drawing/2014/main" id="{9A05D44B-2661-0C38-95FA-2E9FD76B293E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975294" y="2772086"/>
            <a:ext cx="437376" cy="437376"/>
          </a:xfrm>
          <a:prstGeom prst="rect">
            <a:avLst/>
          </a:prstGeom>
        </p:spPr>
      </p:pic>
      <p:pic>
        <p:nvPicPr>
          <p:cNvPr id="87" name="Picture 86" descr="A green wrench in a circle&#10;&#10;AI-generated content may be incorrect.">
            <a:extLst>
              <a:ext uri="{FF2B5EF4-FFF2-40B4-BE49-F238E27FC236}">
                <a16:creationId xmlns:a16="http://schemas.microsoft.com/office/drawing/2014/main" id="{153C5EE6-61AD-03B1-3761-B973D298FD67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975294" y="2260364"/>
            <a:ext cx="437376" cy="437376"/>
          </a:xfrm>
          <a:prstGeom prst="rect">
            <a:avLst/>
          </a:prstGeom>
        </p:spPr>
      </p:pic>
      <p:sp>
        <p:nvSpPr>
          <p:cNvPr id="90" name="Date Placeholder 3">
            <a:extLst>
              <a:ext uri="{FF2B5EF4-FFF2-40B4-BE49-F238E27FC236}">
                <a16:creationId xmlns:a16="http://schemas.microsoft.com/office/drawing/2014/main" id="{08AFF80E-31A3-CA8E-D591-94E2E3336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8060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BB3E7302-FEA7-0941-BE73-1830A93FCAA8}" type="datetimeyyyy">
              <a:rPr lang="en-GB" smtClean="0"/>
              <a:t>2026</a:t>
            </a:fld>
            <a:endParaRPr lang="en-US"/>
          </a:p>
        </p:txBody>
      </p:sp>
      <p:sp>
        <p:nvSpPr>
          <p:cNvPr id="91" name="Slide Number Placeholder 5">
            <a:extLst>
              <a:ext uri="{FF2B5EF4-FFF2-40B4-BE49-F238E27FC236}">
                <a16:creationId xmlns:a16="http://schemas.microsoft.com/office/drawing/2014/main" id="{401196E4-9213-11EC-1EFB-69BE235CC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26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87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7DE7F-BF80-272D-27F9-FB91721AF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883" y="3215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11D17-5F71-827F-4955-EA2B02424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883" y="178208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Paragraph of text: Aenean lacinia </a:t>
            </a:r>
            <a:r>
              <a:rPr lang="en-GB" err="1"/>
              <a:t>bibendum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consectetur</a:t>
            </a:r>
            <a:r>
              <a:rPr lang="en-GB"/>
              <a:t>. Donec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 dui. Nulla vitae </a:t>
            </a:r>
            <a:r>
              <a:rPr lang="en-GB" err="1"/>
              <a:t>elit</a:t>
            </a:r>
            <a:r>
              <a:rPr lang="en-GB"/>
              <a:t> libero, a pharetra </a:t>
            </a:r>
            <a:r>
              <a:rPr lang="en-GB" err="1"/>
              <a:t>augue</a:t>
            </a:r>
            <a:r>
              <a:rPr lang="en-GB"/>
              <a:t>. Vestibulum id ligula porta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semper. </a:t>
            </a:r>
          </a:p>
          <a:p>
            <a:pPr lvl="0"/>
            <a:r>
              <a:rPr lang="en-GB" err="1"/>
              <a:t>Curabitur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 tempus </a:t>
            </a:r>
            <a:r>
              <a:rPr lang="en-GB" err="1"/>
              <a:t>porttitor</a:t>
            </a:r>
            <a:r>
              <a:rPr lang="en-GB"/>
              <a:t>. Duis </a:t>
            </a:r>
            <a:r>
              <a:rPr lang="en-GB" err="1"/>
              <a:t>mollis</a:t>
            </a:r>
            <a:r>
              <a:rPr lang="en-GB"/>
              <a:t>, est non </a:t>
            </a:r>
            <a:r>
              <a:rPr lang="en-GB" err="1"/>
              <a:t>commodo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, nisi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porttitor</a:t>
            </a:r>
            <a:r>
              <a:rPr lang="en-GB"/>
              <a:t> ligula, </a:t>
            </a:r>
            <a:r>
              <a:rPr lang="en-GB" err="1"/>
              <a:t>eget</a:t>
            </a:r>
            <a:r>
              <a:rPr lang="en-GB"/>
              <a:t> lacinia </a:t>
            </a:r>
            <a:r>
              <a:rPr lang="en-GB" err="1"/>
              <a:t>odio</a:t>
            </a:r>
            <a:r>
              <a:rPr lang="en-GB"/>
              <a:t> </a:t>
            </a:r>
            <a:r>
              <a:rPr lang="en-GB" err="1"/>
              <a:t>sem</a:t>
            </a:r>
            <a:r>
              <a:rPr lang="en-GB"/>
              <a:t> nec </a:t>
            </a:r>
            <a:r>
              <a:rPr lang="en-GB" err="1"/>
              <a:t>elit</a:t>
            </a:r>
            <a:r>
              <a:rPr lang="en-GB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5F570-87FD-65A0-EB20-13FF80B32E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8308" y="6438698"/>
            <a:ext cx="682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© </a:t>
            </a:r>
            <a:fld id="{958962CA-4CE5-6240-B9A7-45A7A52C78CF}" type="datetimeyyyy">
              <a:rPr lang="en-GB" smtClean="0"/>
              <a:t>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5C304-0BC3-DB50-5041-74893181A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9874" y="6438698"/>
            <a:ext cx="478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A9B8D0D2-AFA4-6444-8A99-3A1D63DD3225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90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87" r:id="rId3"/>
    <p:sldLayoutId id="2147483684" r:id="rId4"/>
    <p:sldLayoutId id="2147483683" r:id="rId5"/>
    <p:sldLayoutId id="2147483685" r:id="rId6"/>
    <p:sldLayoutId id="2147483652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53" r:id="rId13"/>
    <p:sldLayoutId id="2147483654" r:id="rId14"/>
    <p:sldLayoutId id="2147483674" r:id="rId15"/>
    <p:sldLayoutId id="2147483664" r:id="rId16"/>
    <p:sldLayoutId id="2147483665" r:id="rId17"/>
    <p:sldLayoutId id="2147483666" r:id="rId18"/>
    <p:sldLayoutId id="2147483682" r:id="rId19"/>
    <p:sldLayoutId id="2147483679" r:id="rId20"/>
    <p:sldLayoutId id="2147483668" r:id="rId21"/>
    <p:sldLayoutId id="2147483670" r:id="rId22"/>
    <p:sldLayoutId id="2147483688" r:id="rId23"/>
    <p:sldLayoutId id="2147483669" r:id="rId24"/>
    <p:sldLayoutId id="2147483686" r:id="rId25"/>
    <p:sldLayoutId id="2147483671" r:id="rId26"/>
    <p:sldLayoutId id="2147483675" r:id="rId27"/>
    <p:sldLayoutId id="2147483678" r:id="rId28"/>
    <p:sldLayoutId id="2147483677" r:id="rId29"/>
    <p:sldLayoutId id="2147483667" r:id="rId30"/>
    <p:sldLayoutId id="2147483659" r:id="rId3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1" kern="1200">
          <a:solidFill>
            <a:srgbClr val="F4F2E3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600" b="0" kern="1200">
          <a:solidFill>
            <a:srgbClr val="F4F2E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4F2E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4F2E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4F2E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4F2E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7766F-E11E-8B4D-4D80-BA8C48320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AC031-6B0A-3B65-2BFD-0253B471C5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9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1036CCAF8F44D94B08F727E76F483" ma:contentTypeVersion="17" ma:contentTypeDescription="Create a new document." ma:contentTypeScope="" ma:versionID="d66429128b740a31922bd96cecd061d2">
  <xsd:schema xmlns:xsd="http://www.w3.org/2001/XMLSchema" xmlns:xs="http://www.w3.org/2001/XMLSchema" xmlns:p="http://schemas.microsoft.com/office/2006/metadata/properties" xmlns:ns2="c171474e-9d69-4915-96d5-2878bfd7872c" xmlns:ns3="8edf64db-2677-4059-b513-2be2958f6cd6" targetNamespace="http://schemas.microsoft.com/office/2006/metadata/properties" ma:root="true" ma:fieldsID="e45a61fb6c4d477427820c4a2c31c2b2" ns2:_="" ns3:_="">
    <xsd:import namespace="c171474e-9d69-4915-96d5-2878bfd7872c"/>
    <xsd:import namespace="8edf64db-2677-4059-b513-2be2958f6c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Content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1474e-9d69-4915-96d5-2878bfd78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4d592e0-d59d-4d9a-a9d7-b8aa53a6a4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ntent" ma:index="22" nillable="true" ma:displayName="Content" ma:format="Dropdown" ma:internalName="Content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df64db-2677-4059-b513-2be2958f6cd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c839001-1797-4652-922f-56d7c641746d}" ma:internalName="TaxCatchAll" ma:showField="CatchAllData" ma:web="8edf64db-2677-4059-b513-2be2958f6c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 xmlns="c171474e-9d69-4915-96d5-2878bfd7872c" xsi:nil="true"/>
    <lcf76f155ced4ddcb4097134ff3c332f xmlns="c171474e-9d69-4915-96d5-2878bfd7872c">
      <Terms xmlns="http://schemas.microsoft.com/office/infopath/2007/PartnerControls"/>
    </lcf76f155ced4ddcb4097134ff3c332f>
    <TaxCatchAll xmlns="8edf64db-2677-4059-b513-2be2958f6cd6" xsi:nil="true"/>
  </documentManagement>
</p:properties>
</file>

<file path=customXml/itemProps1.xml><?xml version="1.0" encoding="utf-8"?>
<ds:datastoreItem xmlns:ds="http://schemas.openxmlformats.org/officeDocument/2006/customXml" ds:itemID="{890AFEEC-D824-483A-AE32-76767B7FE52A}">
  <ds:schemaRefs>
    <ds:schemaRef ds:uri="8edf64db-2677-4059-b513-2be2958f6cd6"/>
    <ds:schemaRef ds:uri="c171474e-9d69-4915-96d5-2878bfd787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40D6DF3-6B2F-4887-ADF8-DB245FE704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F95110-E6B3-4D04-B532-2632F7A08C3C}">
  <ds:schemaRefs>
    <ds:schemaRef ds:uri="8edf64db-2677-4059-b513-2be2958f6cd6"/>
    <ds:schemaRef ds:uri="c171474e-9d69-4915-96d5-2878bfd7872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Pettersson</dc:creator>
  <cp:lastModifiedBy>Connor Jennings</cp:lastModifiedBy>
  <cp:revision>5</cp:revision>
  <dcterms:created xsi:type="dcterms:W3CDTF">2025-11-05T13:29:19Z</dcterms:created>
  <dcterms:modified xsi:type="dcterms:W3CDTF">2026-06-25T09:54:36Z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0x0101004BB1036CCAF8F44D94B08F727E76F483</vt:lpwstr>
  </property>
  <property fmtid="{D5CDD505-2E9C-101B-9397-08002B2CF9AE}" pid="3" name="MediaServiceImageTags">
    <vt:lpwstr/>
  </property>
</Properties>
</file>